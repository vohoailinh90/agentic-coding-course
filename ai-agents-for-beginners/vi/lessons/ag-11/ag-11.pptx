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2476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81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0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MCP,</a:t>
            </a:r>
            <a:r>
              <a:rPr lang="en-US" sz="4500" dirty="0" spc="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A2A</a:t>
            </a:r>
            <a:r>
              <a:rPr lang="en-US" sz="4500" dirty="0" spc="-4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00" dirty="0" spc="-6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NLWeb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-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700" dirty="0" spc="-1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r>
              <a:rPr lang="en-US" sz="270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9144000" cy="24765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MCP: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A2A: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buNone/>
            </a:pPr>
            <a:r>
              <a:rPr lang="en-US" sz="270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NLWeb: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website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572750" y="1428750"/>
            <a:ext cx="6800850" cy="7429500"/>
          </a:xfrm>
          <a:prstGeom prst="roundRect">
            <a:avLst>
              <a:gd name="adj" fmla="val 5042"/>
            </a:avLst>
          </a:prstGeom>
          <a:solidFill>
            <a:srgbClr val="1E212B"/>
          </a:solidFill>
          <a:ln w="38100">
            <a:solidFill>
              <a:srgbClr val="3B4052"/>
            </a:solidFill>
            <a:prstDash val="solid"/>
          </a:ln>
        </p:spPr>
      </p:sp>
      <p:sp>
        <p:nvSpPr>
          <p:cNvPr id="8" name="Connector line-1792492150077-854400133"/>
          <p:cNvSpPr/>
          <p:nvPr/>
        </p:nvSpPr>
        <p:spPr>
          <a:xfrm flipV="1">
            <a:off x="13973175" y="3048000"/>
            <a:ext cx="0" cy="209550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9" name="Connector line-1792492150078-629468531"/>
          <p:cNvSpPr/>
          <p:nvPr/>
        </p:nvSpPr>
        <p:spPr>
          <a:xfrm flipH="1">
            <a:off x="12287250" y="5143500"/>
            <a:ext cx="1685925" cy="2381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0" name="Connector line-1792492150079-315864940"/>
          <p:cNvSpPr/>
          <p:nvPr/>
        </p:nvSpPr>
        <p:spPr>
          <a:xfrm>
            <a:off x="13973175" y="5143500"/>
            <a:ext cx="1685925" cy="2381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734925" y="22860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049000" y="714375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4420850" y="714375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Website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925425" y="4095750"/>
            <a:ext cx="2095500" cy="2095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5" name="Text 13"/>
          <p:cNvSpPr/>
          <p:nvPr/>
        </p:nvSpPr>
        <p:spPr>
          <a:xfrm>
            <a:off x="12925425" y="48196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dc8c59e-3d1c-4b05-a16f-5a81fea271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24250"/>
            <a:ext cx="426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524250"/>
            <a:ext cx="426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A2A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524250"/>
            <a:ext cx="426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3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NLWeb</a:t>
            </a:r>
            <a:endParaRPr lang="en-US" sz="7500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Website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1d012e7-1cc7-4b12-9d33-b080239741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424"/>
              </a:lnSpc>
              <a:buNone/>
            </a:pPr>
            <a:r>
              <a:rPr lang="en-US" sz="7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 chuyển</a:t>
            </a:r>
            <a:r>
              <a:rPr lang="en-US" sz="7800" dirty="0" spc="1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800" dirty="0" spc="-6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vạn</a:t>
            </a:r>
            <a:r>
              <a:rPr lang="en-US" sz="78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pPr algn="l" indent="0" marL="0">
              <a:lnSpc>
                <a:spcPts val="8424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3B40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3600" dirty="0"/>
          </a:p>
        </p:txBody>
      </p:sp>
      <p:sp>
        <p:nvSpPr>
          <p:cNvPr id="6" name="Connector line-1792492208955-383915759"/>
          <p:cNvSpPr/>
          <p:nvPr/>
        </p:nvSpPr>
        <p:spPr>
          <a:xfrm>
            <a:off x="5295900" y="7239000"/>
            <a:ext cx="12573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553200" y="6572250"/>
            <a:ext cx="518160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</a:t>
            </a:r>
            <a:endParaRPr lang="en-US" sz="4800" dirty="0"/>
          </a:p>
        </p:txBody>
      </p:sp>
      <p:sp>
        <p:nvSpPr>
          <p:cNvPr id="8" name="Connector line-1792492208957-188768097"/>
          <p:cNvSpPr/>
          <p:nvPr/>
        </p:nvSpPr>
        <p:spPr>
          <a:xfrm>
            <a:off x="11734800" y="7239000"/>
            <a:ext cx="12573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992100" y="62865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3B40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1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147e420-3d2c-44c1-9670-2a78bf4917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Host,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r>
              <a:rPr lang="en-US" sz="69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6858000" cy="5715000"/>
          </a:xfrm>
          <a:prstGeom prst="roundRect">
            <a:avLst>
              <a:gd name="adj" fmla="val 4667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Host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37528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VSCode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95400" y="4953000"/>
            <a:ext cx="6096000" cy="3048000"/>
          </a:xfrm>
          <a:prstGeom prst="roundRect">
            <a:avLst>
              <a:gd name="adj" fmla="val 625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5238750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676400" y="600075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một-một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2550" dirty="0"/>
          </a:p>
        </p:txBody>
      </p:sp>
      <p:sp>
        <p:nvSpPr>
          <p:cNvPr id="10" name="Connector line-1792492224017-537432384"/>
          <p:cNvSpPr/>
          <p:nvPr/>
        </p:nvSpPr>
        <p:spPr>
          <a:xfrm>
            <a:off x="7391400" y="6477000"/>
            <a:ext cx="2133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25000" y="2762250"/>
            <a:ext cx="78486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3048000"/>
            <a:ext cx="708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Server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906000" y="37528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nhẹ, phô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906000" y="4572000"/>
            <a:ext cx="7086600" cy="1028700"/>
          </a:xfrm>
          <a:prstGeom prst="roundRect">
            <a:avLst>
              <a:gd name="adj" fmla="val 16667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10191750" y="4743450"/>
            <a:ext cx="6572250" cy="7239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Tools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906000" y="5810250"/>
            <a:ext cx="7086600" cy="1028700"/>
          </a:xfrm>
          <a:prstGeom prst="roundRect">
            <a:avLst>
              <a:gd name="adj" fmla="val 16667"/>
            </a:avLst>
          </a:prstGeom>
          <a:solidFill>
            <a:srgbClr val="F8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91750" y="5981700"/>
            <a:ext cx="6572250" cy="7239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Resources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chỉ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cần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906000" y="7048500"/>
            <a:ext cx="7086600" cy="1028700"/>
          </a:xfrm>
          <a:prstGeom prst="roundRect">
            <a:avLst>
              <a:gd name="adj" fmla="val 16667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10191750" y="7219950"/>
            <a:ext cx="6572250" cy="7239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Prompts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nhắc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Text 2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11f8a70-0bbd-4126-a777-04f64dabec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286000" y="2571750"/>
            <a:ext cx="5334000" cy="857250"/>
          </a:xfrm>
          <a:prstGeom prst="roundRect">
            <a:avLst>
              <a:gd name="adj" fmla="val 22222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(client)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668000" y="2571750"/>
            <a:ext cx="53340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hãng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endParaRPr lang="en-US" sz="2700" dirty="0"/>
          </a:p>
        </p:txBody>
      </p:sp>
      <p:sp>
        <p:nvSpPr>
          <p:cNvPr id="6" name="Connector line-1792492237875-588921883"/>
          <p:cNvSpPr/>
          <p:nvPr/>
        </p:nvSpPr>
        <p:spPr>
          <a:xfrm>
            <a:off x="4953000" y="3429000"/>
            <a:ext cx="0" cy="542925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7" name="Connector line-1792492237875-27553669"/>
          <p:cNvSpPr/>
          <p:nvPr/>
        </p:nvSpPr>
        <p:spPr>
          <a:xfrm>
            <a:off x="13335000" y="3429000"/>
            <a:ext cx="0" cy="542925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43500" y="361950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4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9" name="Connector line-1792492237878-694686824"/>
          <p:cNvSpPr/>
          <p:nvPr/>
        </p:nvSpPr>
        <p:spPr>
          <a:xfrm>
            <a:off x="4953000" y="4152900"/>
            <a:ext cx="838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43500" y="440055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00" dirty="0"/>
          </a:p>
        </p:txBody>
      </p:sp>
      <p:sp>
        <p:nvSpPr>
          <p:cNvPr id="11" name="Connector line-1792492237881-174158392"/>
          <p:cNvSpPr/>
          <p:nvPr/>
        </p:nvSpPr>
        <p:spPr>
          <a:xfrm>
            <a:off x="4953000" y="4933950"/>
            <a:ext cx="838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43500" y="518160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chuyến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2400" dirty="0"/>
          </a:p>
        </p:txBody>
      </p:sp>
      <p:sp>
        <p:nvSpPr>
          <p:cNvPr id="13" name="Connector line-1792492237883-177794848"/>
          <p:cNvSpPr/>
          <p:nvPr/>
        </p:nvSpPr>
        <p:spPr>
          <a:xfrm flipH="1">
            <a:off x="4953000" y="5715000"/>
            <a:ext cx="8382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43500" y="596265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"tìm</a:t>
            </a:r>
            <a:r>
              <a:rPr lang="en-US" sz="24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chuyến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bay"</a:t>
            </a:r>
            <a:endParaRPr lang="en-US" sz="2400" dirty="0"/>
          </a:p>
        </p:txBody>
      </p:sp>
      <p:sp>
        <p:nvSpPr>
          <p:cNvPr id="15" name="Connector line-1792492237886-704796505"/>
          <p:cNvSpPr/>
          <p:nvPr/>
        </p:nvSpPr>
        <p:spPr>
          <a:xfrm>
            <a:off x="4953000" y="6496050"/>
            <a:ext cx="838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143500" y="674370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400" b="1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chuyến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endParaRPr lang="en-US" sz="2400" dirty="0"/>
          </a:p>
        </p:txBody>
      </p:sp>
      <p:sp>
        <p:nvSpPr>
          <p:cNvPr id="17" name="Connector line-1792492237890-104876939"/>
          <p:cNvSpPr/>
          <p:nvPr/>
        </p:nvSpPr>
        <p:spPr>
          <a:xfrm flipH="1">
            <a:off x="4953000" y="7277100"/>
            <a:ext cx="8382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143500" y="752475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"đặt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vé"</a:t>
            </a:r>
            <a:endParaRPr lang="en-US" sz="2400" dirty="0"/>
          </a:p>
        </p:txBody>
      </p:sp>
      <p:sp>
        <p:nvSpPr>
          <p:cNvPr id="19" name="Connector line-1792492237894-580114287"/>
          <p:cNvSpPr/>
          <p:nvPr/>
        </p:nvSpPr>
        <p:spPr>
          <a:xfrm>
            <a:off x="4953000" y="8058150"/>
            <a:ext cx="838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Text 2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0b936e9-8141-45e3-9a93-9c210d3a15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 so</a:t>
            </a:r>
            <a:r>
              <a:rPr lang="en-US" sz="69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69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 w="38100">
            <a:solidFill>
              <a:srgbClr val="6B6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9A978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4500" dirty="0" spc="6" kern="0">
                <a:solidFill>
                  <a:srgbClr val="9A978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4500" dirty="0" spc="2" kern="0">
                <a:solidFill>
                  <a:srgbClr val="9A978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4500" dirty="0"/>
          </a:p>
        </p:txBody>
      </p:sp>
      <p:sp>
        <p:nvSpPr>
          <p:cNvPr id="6" name="Text richtext-1792492248173-317484780"/>
          <p:cNvSpPr/>
          <p:nvPr/>
        </p:nvSpPr>
        <p:spPr>
          <a:xfrm>
            <a:off x="1371600" y="4286250"/>
            <a:ext cx="7086600" cy="3810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8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tích hợp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850" dirty="0" spc="2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850" dirty="0" spc="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850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85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</a:t>
            </a:r>
            <a:endParaRPr lang="en-US" sz="4500" dirty="0"/>
          </a:p>
        </p:txBody>
      </p:sp>
      <p:sp>
        <p:nvSpPr>
          <p:cNvPr id="9" name="Text richtext-1792492248198-779527551"/>
          <p:cNvSpPr/>
          <p:nvPr/>
        </p:nvSpPr>
        <p:spPr>
          <a:xfrm>
            <a:off x="9829800" y="4286250"/>
            <a:ext cx="7086600" cy="3810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 hợp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6f550df-7139-4f4b-9482-e9f6748e45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A2A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A2A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4800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15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thiếp: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258300" y="276225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04800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31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Executor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677400" y="381000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19125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Artifact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333500" y="695325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 khi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58300" y="5905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619125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31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677400" y="695325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làm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221a652-945d-422a-af32-a1cb8b7dec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A2A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chuyến</a:t>
            </a:r>
            <a:r>
              <a:rPr lang="en-US" sz="6900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A2A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6762750" y="2571750"/>
            <a:ext cx="47625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5" name="Connector line-1792492274200-527098823"/>
          <p:cNvSpPr/>
          <p:nvPr/>
        </p:nvSpPr>
        <p:spPr>
          <a:xfrm>
            <a:off x="9144000" y="3429000"/>
            <a:ext cx="0" cy="6667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429750" y="358140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7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Vé,</a:t>
            </a:r>
            <a:r>
              <a:rPr lang="en-US" sz="22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dirty="0" spc="-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sạn</a:t>
            </a:r>
            <a:r>
              <a:rPr lang="en-US" sz="2250" dirty="0" spc="-16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2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</a:t>
            </a:r>
            <a:endParaRPr lang="en-US" sz="2250" dirty="0"/>
          </a:p>
        </p:txBody>
      </p:sp>
      <p:sp>
        <p:nvSpPr>
          <p:cNvPr id="7" name="Connector line-1792492274203-109543624"/>
          <p:cNvSpPr/>
          <p:nvPr/>
        </p:nvSpPr>
        <p:spPr>
          <a:xfrm flipH="1">
            <a:off x="3619500" y="5238750"/>
            <a:ext cx="5524500" cy="1714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92274203-814954974"/>
          <p:cNvSpPr/>
          <p:nvPr/>
        </p:nvSpPr>
        <p:spPr>
          <a:xfrm>
            <a:off x="9144000" y="5238750"/>
            <a:ext cx="0" cy="1714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92274203-191631077"/>
          <p:cNvSpPr/>
          <p:nvPr/>
        </p:nvSpPr>
        <p:spPr>
          <a:xfrm>
            <a:off x="9144000" y="5238750"/>
            <a:ext cx="5524500" cy="1714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86500" y="4095750"/>
            <a:ext cx="5715000" cy="11430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Travel</a:t>
            </a:r>
            <a:r>
              <a:rPr lang="en-US" sz="4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333500" y="6953250"/>
            <a:ext cx="4572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Airline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0" y="6953250"/>
            <a:ext cx="4572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Hotel Agent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82500" y="6953250"/>
            <a:ext cx="4572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</a:t>
            </a:r>
            <a:r>
              <a:rPr lang="en-US" sz="30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Rental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" y="8382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làm,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55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7d2e7f9-4196-41ca-809a-8f5d45ee89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NLWEB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0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NLWeb: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website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Nạp danh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(Schema.org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RSS)</a:t>
            </a:r>
            <a:endParaRPr lang="en-US" sz="2400" dirty="0"/>
          </a:p>
        </p:txBody>
      </p:sp>
      <p:sp>
        <p:nvSpPr>
          <p:cNvPr id="5" name="Connector line-1792492287643-555740144"/>
          <p:cNvSpPr/>
          <p:nvPr/>
        </p:nvSpPr>
        <p:spPr>
          <a:xfrm>
            <a:off x="3771900" y="4286250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314825" y="285750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vector,</a:t>
            </a:r>
            <a:r>
              <a:rPr lang="en-US" sz="240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endParaRPr lang="en-US" sz="2400" dirty="0"/>
          </a:p>
        </p:txBody>
      </p:sp>
      <p:sp>
        <p:nvSpPr>
          <p:cNvPr id="7" name="Connector line-1792492287647-174009951"/>
          <p:cNvSpPr/>
          <p:nvPr/>
        </p:nvSpPr>
        <p:spPr>
          <a:xfrm>
            <a:off x="7172325" y="4286250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715250" y="285750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400" dirty="0"/>
          </a:p>
        </p:txBody>
      </p:sp>
      <p:sp>
        <p:nvSpPr>
          <p:cNvPr id="9" name="Connector line-1792492287649-732770448"/>
          <p:cNvSpPr/>
          <p:nvPr/>
        </p:nvSpPr>
        <p:spPr>
          <a:xfrm>
            <a:off x="10572750" y="4286250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1115675" y="285750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vector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endParaRPr lang="en-US" sz="2400" dirty="0"/>
          </a:p>
        </p:txBody>
      </p:sp>
      <p:sp>
        <p:nvSpPr>
          <p:cNvPr id="11" name="Connector line-1792492287652-595176616"/>
          <p:cNvSpPr/>
          <p:nvPr/>
        </p:nvSpPr>
        <p:spPr>
          <a:xfrm>
            <a:off x="13973175" y="4286250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516100" y="285750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thật,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477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67437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NLWeb</a:t>
            </a:r>
            <a:r>
              <a:rPr lang="en-US" sz="30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là</a:t>
            </a:r>
            <a:r>
              <a:rPr lang="en-US" sz="30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30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33500" y="74295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ask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thẳng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6c94fab-12aa-46f1-a0ba-32e2f943ad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cần: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(1)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sạn,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(2)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bay,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(3)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tiết.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298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spcAft>
                <a:spcPts val="1200"/>
              </a:spcAft>
              <a:buNone/>
            </a:pPr>
            <a:r>
              <a:rPr lang="en-US" sz="30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3000" b="1" dirty="0" spc="-8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NLWeb</a:t>
            </a:r>
            <a:pPr algn="l" indent="0" marL="0">
              <a:lnSpc>
                <a:spcPts val="4050"/>
              </a:lnSpc>
              <a:spcAft>
                <a:spcPts val="1200"/>
              </a:spcAft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tự nhiên.</a:t>
            </a:r>
            <a:endParaRPr lang="en-US" sz="3000" dirty="0"/>
          </a:p>
          <a:p>
            <a:pPr algn="l" indent="0" marL="0">
              <a:lnSpc>
                <a:spcPts val="4050"/>
              </a:lnSpc>
              <a:spcAft>
                <a:spcPts val="1200"/>
              </a:spcAft>
              <a:buNone/>
            </a:pPr>
            <a:r>
              <a:rPr lang="en-US" sz="30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30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A2A</a:t>
            </a:r>
            <a:pPr algn="l" indent="0" marL="0">
              <a:lnSpc>
                <a:spcPts val="4050"/>
              </a:lnSpc>
              <a:spcAft>
                <a:spcPts val="1200"/>
              </a:spcAft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hãng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bay.</a:t>
            </a:r>
            <a:endParaRPr lang="en-US" sz="30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30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pPr algn="l" indent="0" marL="0">
              <a:lnSpc>
                <a:spcPts val="4050"/>
              </a:lnSpc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7ef9bfa-ccf5-49de-b882-70578065c2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Model: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Model</a:t>
                      </a:r>
                      <a:r>
                        <a:rPr lang="en-US" sz="240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Context</a:t>
                      </a:r>
                      <a:r>
                        <a:rPr lang="en-US" sz="240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A2A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Agent-to-Agent: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NLWeb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Natural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40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Web: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website</a:t>
                      </a:r>
                      <a:r>
                        <a:rPr lang="en-US" sz="240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bằng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chữ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4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Định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 dữ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 cấu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HTML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trang</a:t>
                      </a:r>
                      <a:r>
                        <a:rPr lang="en-US" sz="24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1915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100" dirty="0" spc="-17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10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210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210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 ©</a:t>
            </a:r>
            <a:r>
              <a:rPr lang="en-US" sz="2100" dirty="0" spc="-1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100" dirty="0" spc="-1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22faeb7-8501-4b86-9c21-745e51d61b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2026-10-20T10:33:20Z</dcterms:created>
  <dcterms:modified xsi:type="dcterms:W3CDTF">2026-10-20T10:33:20Z</dcterms:modified>
</cp:coreProperties>
</file>