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36195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khiển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</a:t>
            </a:r>
            <a:r>
              <a:rPr lang="en-US" sz="2700" dirty="0" spc="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700" dirty="0" spc="-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website,</a:t>
            </a:r>
            <a:r>
              <a:rPr lang="en-US" sz="270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700" dirty="0" spc="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6572250"/>
            <a:ext cx="9144000" cy="2762250"/>
          </a:xfrm>
          <a:prstGeom prst="rect">
            <a:avLst/>
          </a:prstGeom>
          <a:noFill/>
          <a:ln/>
        </p:spPr>
        <p:txBody>
          <a:bodyPr wrap="square" lIns="0" tIns="-2429" rIns="0" bIns="2429" rtlCol="0" anchor="t"/>
          <a:lstStyle/>
          <a:p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lai</a:t>
            </a:r>
            <a:endParaRPr lang="en-US" sz="2550" dirty="0"/>
          </a:p>
          <a:p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actor</a:t>
            </a:r>
            <a:endParaRPr lang="en-US" sz="2550" dirty="0"/>
          </a:p>
          <a:p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825"/>
              </a:lnSpc>
              <a:spcAft>
                <a:spcPts val="300"/>
              </a:spcAft>
              <a:buNone/>
            </a:pPr>
            <a:r>
              <a:rPr lang="en-US" sz="25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550" dirty="0"/>
          </a:p>
          <a:p>
            <a:pPr algn="l"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82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763250" y="1428750"/>
            <a:ext cx="6610350" cy="7429500"/>
          </a:xfrm>
          <a:prstGeom prst="roundRect">
            <a:avLst>
              <a:gd name="adj" fmla="val 5187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20450" y="1847850"/>
            <a:ext cx="228600" cy="228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1563350" y="1847850"/>
            <a:ext cx="228600" cy="228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1906250" y="1847850"/>
            <a:ext cx="228600" cy="228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144250" y="2381250"/>
            <a:ext cx="584835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1144250" y="33337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144250" y="50482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144250" y="67627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b30b37fd-3d37-4ae1-ad76-871ae07924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hơn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78bb4d7-dce0-4cc7-9c0b-f0bc36d06b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API?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3619500" y="26289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250" b="1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515600" y="26289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b="1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18185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b="1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619500" y="3238500"/>
            <a:ext cx="6667500" cy="2667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4038600" y="3714750"/>
            <a:ext cx="5829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38600" y="4476750"/>
            <a:ext cx="58293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Nhanh, dễ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515600" y="3238500"/>
            <a:ext cx="6858000" cy="2667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34700" y="3714750"/>
            <a:ext cx="6019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Actor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934700" y="4476750"/>
            <a:ext cx="60198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3619500" y="6134100"/>
            <a:ext cx="6667500" cy="2667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4038600" y="6610350"/>
            <a:ext cx="5829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6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6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934700" y="6610350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2" dirty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622" dirty="0"/>
          </a:p>
        </p:txBody>
      </p:sp>
      <p:sp>
        <p:nvSpPr>
          <p:cNvPr id="17" name="Text 15"/>
          <p:cNvSpPr/>
          <p:nvPr/>
        </p:nvSpPr>
        <p:spPr>
          <a:xfrm>
            <a:off x="4038600" y="7372350"/>
            <a:ext cx="58293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 hơn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515600" y="6134100"/>
            <a:ext cx="6858000" cy="2667000"/>
          </a:xfrm>
          <a:prstGeom prst="roundRect">
            <a:avLst>
              <a:gd name="adj" fmla="val 10000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34700" y="6610350"/>
            <a:ext cx="6019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6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6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934700" y="7372350"/>
            <a:ext cx="60198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21c7ab3-8a3c-40f9-8553-f510e4468d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71475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43250"/>
            <a:ext cx="3067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8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Chrome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CDP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30670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7" name="Connector line-1792493388455-244406737"/>
          <p:cNvSpPr/>
          <p:nvPr/>
        </p:nvSpPr>
        <p:spPr>
          <a:xfrm>
            <a:off x="4629150" y="4476750"/>
            <a:ext cx="5334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5162550" y="2857500"/>
            <a:ext cx="371475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143250"/>
            <a:ext cx="3067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486400" y="3905250"/>
            <a:ext cx="30670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55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550" dirty="0" spc="-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5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2550" dirty="0"/>
          </a:p>
        </p:txBody>
      </p:sp>
      <p:sp>
        <p:nvSpPr>
          <p:cNvPr id="11" name="Connector line-1792493388461-552298122"/>
          <p:cNvSpPr/>
          <p:nvPr/>
        </p:nvSpPr>
        <p:spPr>
          <a:xfrm>
            <a:off x="8877300" y="4476750"/>
            <a:ext cx="5334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9410700" y="2857500"/>
            <a:ext cx="371475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4550" y="3143250"/>
            <a:ext cx="3067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31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631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31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631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endParaRPr lang="en-US" sz="2631" dirty="0"/>
          </a:p>
        </p:txBody>
      </p:sp>
      <p:sp>
        <p:nvSpPr>
          <p:cNvPr id="14" name="Text 12"/>
          <p:cNvSpPr/>
          <p:nvPr/>
        </p:nvSpPr>
        <p:spPr>
          <a:xfrm>
            <a:off x="9734550" y="3905250"/>
            <a:ext cx="30670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Tên,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550" dirty="0" spc="2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55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550" dirty="0"/>
          </a:p>
        </p:txBody>
      </p:sp>
      <p:sp>
        <p:nvSpPr>
          <p:cNvPr id="15" name="Connector line-1792493388469-808077653"/>
          <p:cNvSpPr/>
          <p:nvPr/>
        </p:nvSpPr>
        <p:spPr>
          <a:xfrm>
            <a:off x="13125450" y="4476750"/>
            <a:ext cx="5334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13658850" y="2857500"/>
            <a:ext cx="3714750" cy="3238500"/>
          </a:xfrm>
          <a:prstGeom prst="roundRect">
            <a:avLst>
              <a:gd name="adj" fmla="val 8235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982700" y="3143250"/>
            <a:ext cx="3067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982700" y="3905250"/>
            <a:ext cx="30670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70485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 khi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56e54bb-6dc2-433f-bcaf-44d8046f38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17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b="1" spc="18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không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400" b="1" dirty="0" spc="-6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Actor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Bố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cục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Thích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4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40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cứng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dễ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gãy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4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r>
                        <a:rPr lang="en-US" sz="2400" b="1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Chậm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Nhanh</a:t>
                      </a:r>
                      <a:r>
                        <a:rPr lang="en-US" sz="24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Nói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soát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 gian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Khó</a:t>
                      </a:r>
                      <a:r>
                        <a:rPr lang="en-US" sz="24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đoán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5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Toàn</a:t>
                      </a: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chờ,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</a:t>
                      </a:r>
                      <a:r>
                        <a:rPr lang="en-US" sz="240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400" b="1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phức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Xử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trạng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bất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Phải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40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rõ</a:t>
                      </a:r>
                      <a:r>
                        <a:rPr lang="en-US" sz="2400" dirty="0" spc="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97d1267-10d8-4183-b42b-e66ba50e44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b="1" spc="1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chờ duyệt?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051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0576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-2858" rIns="0" bIns="2858" rtlCol="0" anchor="t"/>
          <a:lstStyle/>
          <a:p>
            <a:pPr algn="l" indent="0" marL="0">
              <a:lnSpc>
                <a:spcPts val="4500"/>
              </a:lnSpc>
              <a:spcAft>
                <a:spcPts val="300"/>
              </a:spcAft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3000" dirty="0"/>
          </a:p>
          <a:p>
            <a:pPr algn="l" indent="0" marL="0">
              <a:lnSpc>
                <a:spcPts val="4500"/>
              </a:lnSpc>
              <a:spcAft>
                <a:spcPts val="300"/>
              </a:spcAft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30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000" b="1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051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829800" y="40576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-2858" rIns="0" bIns="2858" rtlCol="0" anchor="t"/>
          <a:lstStyle/>
          <a:p>
            <a:pPr algn="l" indent="0" marL="0">
              <a:lnSpc>
                <a:spcPts val="4500"/>
              </a:lnSpc>
              <a:spcAft>
                <a:spcPts val="300"/>
              </a:spcAft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nhập</a:t>
            </a:r>
            <a:endParaRPr lang="en-US" sz="3000" dirty="0"/>
          </a:p>
          <a:p>
            <a:pPr algn="l" indent="0" marL="0">
              <a:lnSpc>
                <a:spcPts val="4500"/>
              </a:lnSpc>
              <a:spcAft>
                <a:spcPts val="300"/>
              </a:spcAft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endParaRPr lang="en-US" sz="30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8867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tắt: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ở,</a:t>
            </a:r>
            <a:r>
              <a:rPr lang="en-US" sz="2550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 giá,</a:t>
            </a:r>
            <a:r>
              <a:rPr lang="en-US" sz="2550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5a2ca46-af75-49ef-bfd8-68591387f2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b="1" spc="1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4099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053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2006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0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9135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8867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255270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38250" y="344805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38250" y="434340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8250" y="523875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3410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38250" y="702945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238250" y="7924800"/>
            <a:ext cx="666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095500" y="27051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Khoanh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095500" y="36004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095500" y="44958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nhắc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095500" y="53911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2095500" y="62865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2095500" y="71818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2095500" y="80772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6" name="Text 3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a74bea4-c8e1-4e7b-bd66-4b7b321da9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THỰC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Project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Opal: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doanh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endParaRPr lang="en-US" sz="6900" dirty="0"/>
          </a:p>
        </p:txBody>
      </p:sp>
      <p:sp>
        <p:nvSpPr>
          <p:cNvPr id="4" name="Connector line-1792493443683-179532366"/>
          <p:cNvSpPr/>
          <p:nvPr/>
        </p:nvSpPr>
        <p:spPr>
          <a:xfrm>
            <a:off x="6248400" y="3667125"/>
            <a:ext cx="2133600" cy="904875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" name="Connector line-1792493443683-980517829"/>
          <p:cNvSpPr/>
          <p:nvPr/>
        </p:nvSpPr>
        <p:spPr>
          <a:xfrm flipH="1">
            <a:off x="9906000" y="3667125"/>
            <a:ext cx="2133600" cy="904875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Connector line-1792493443683-518006601"/>
          <p:cNvSpPr/>
          <p:nvPr/>
        </p:nvSpPr>
        <p:spPr>
          <a:xfrm flipV="1">
            <a:off x="6248400" y="6286500"/>
            <a:ext cx="2133600" cy="1285875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Connector line-1792493443684-610742078"/>
          <p:cNvSpPr/>
          <p:nvPr/>
        </p:nvSpPr>
        <p:spPr>
          <a:xfrm flipH="1" flipV="1">
            <a:off x="9906000" y="6286500"/>
            <a:ext cx="2133600" cy="1285875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382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400" dirty="0" spc="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396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34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85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3634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440" rIns="0" bIns="-12440" rtlCol="0" anchor="t"/>
          <a:lstStyle/>
          <a:p>
            <a:pPr algn="l" indent="0" marL="0">
              <a:lnSpc>
                <a:spcPts val="2998"/>
              </a:lnSpc>
              <a:buNone/>
            </a:pPr>
            <a:r>
              <a:rPr lang="en-US" sz="2306" dirty="0" spc="2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306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306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306" dirty="0" spc="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306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306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306" dirty="0" spc="3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306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mẫu</a:t>
            </a:r>
            <a:endParaRPr lang="en-US" sz="2306" dirty="0"/>
          </a:p>
        </p:txBody>
      </p:sp>
      <p:sp>
        <p:nvSpPr>
          <p:cNvPr id="14" name="Shape 12"/>
          <p:cNvSpPr/>
          <p:nvPr/>
        </p:nvSpPr>
        <p:spPr>
          <a:xfrm>
            <a:off x="914400" y="666750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250" y="691515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bạn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38250" y="756285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lại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1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39600" y="666750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63450" y="691515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lại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63450" y="756285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715250" y="4000500"/>
            <a:ext cx="2857500" cy="2857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0" y="47625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Opal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715250" y="56197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365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4" name="Text 32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7cf3b87-cb85-42d9-b98e-19121af141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8194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286000" y="3238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76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286000" y="489585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0769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1341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286000" y="655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42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42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môi</a:t>
            </a:r>
            <a:r>
              <a:rPr lang="en-US" sz="2842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842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10896600" cy="4743450"/>
          </a:xfrm>
          <a:prstGeom prst="roundRect">
            <a:avLst>
              <a:gd name="adj" fmla="val 4819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3105150"/>
            <a:ext cx="10287000" cy="4191000"/>
          </a:xfrm>
          <a:prstGeom prst="rect">
            <a:avLst/>
          </a:prstGeom>
          <a:noFill/>
          <a:ln/>
        </p:spPr>
        <p:txBody>
          <a:bodyPr wrap="square" lIns="0" tIns="-19209" rIns="0" bIns="19209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browser_use playwright python-dotenv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playwright install chromium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D7A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.env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AZURE_OPENAI_ENDPOINT=...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AZURE_OPENAI_API_KEY=...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2b3af89-f534-4a29-85ae-039c77842b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 chủ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b="1" dirty="0" spc="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thị: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ở,</a:t>
            </a:r>
            <a:r>
              <a:rPr lang="en-US" sz="28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8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5194e15-fc6c-4c6f-9705-92f6397335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CUA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Computer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Use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Agent: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Chrome</a:t>
                      </a:r>
                      <a:r>
                        <a:rPr lang="en-US" sz="2250" dirty="0" spc="-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DevTools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25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Chrome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User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9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19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9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950" dirty="0" spc="-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950" dirty="0" spc="-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950" dirty="0" spc="-8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bd8089e-102b-4f2b-a404-d733a3e6ac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2026-10-20T10:53:30Z</dcterms:created>
  <dcterms:modified xsi:type="dcterms:W3CDTF">2026-10-20T10:53:30Z</dcterms:modified>
</cp:coreProperties>
</file>