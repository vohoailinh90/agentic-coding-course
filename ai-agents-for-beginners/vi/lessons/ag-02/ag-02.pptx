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2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619250"/>
            <a:ext cx="16573500" cy="2476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Khám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framework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6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3300" dirty="0" spc="-8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300" dirty="0" spc="29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3300" dirty="0" spc="-19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300" dirty="0" spc="-2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3300" dirty="0" spc="-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3300" dirty="0" spc="0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3300" dirty="0" spc="-2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từ</a:t>
            </a:r>
            <a:r>
              <a:rPr lang="en-US" sz="3300" dirty="0" spc="-13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3300" dirty="0" spc="-1" kern="0">
                <a:solidFill>
                  <a:srgbClr val="3DD6A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6477000"/>
            <a:ext cx="40005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143500" y="6477000"/>
            <a:ext cx="34290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801100" y="64770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MAF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887200" y="6477000"/>
            <a:ext cx="34290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Foundry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4287500" y="7524750"/>
            <a:ext cx="1047750" cy="1047750"/>
          </a:xfrm>
          <a:prstGeom prst="roundRect">
            <a:avLst>
              <a:gd name="adj" fmla="val 14545"/>
            </a:avLst>
          </a:prstGeom>
          <a:solidFill>
            <a:srgbClr val="7C9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5525750" y="7524750"/>
            <a:ext cx="1047750" cy="1047750"/>
          </a:xfrm>
          <a:prstGeom prst="roundRect">
            <a:avLst>
              <a:gd name="adj" fmla="val 14545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204f387c-5a76-48ed-929a-73c48416d0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7622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43250" y="27622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</a:t>
            </a:r>
            <a:r>
              <a:rPr lang="en-US" sz="31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1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framework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953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143250" y="4953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Biết</a:t>
            </a:r>
            <a:r>
              <a:rPr lang="en-US" sz="31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framework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31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dựng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14400" y="6953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143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143250" y="71437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Phân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MAF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Foundry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Service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7e298875-9dad-4b59-9d01-a7f28e5915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Framework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7886700" cy="6286500"/>
          </a:xfrm>
          <a:prstGeom prst="roundRect">
            <a:avLst>
              <a:gd name="adj" fmla="val 4242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762250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r>
              <a:rPr lang="en-US" sz="33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30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30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3300" dirty="0"/>
          </a:p>
        </p:txBody>
      </p:sp>
      <p:sp>
        <p:nvSpPr>
          <p:cNvPr id="5" name="Text richtext-1792492214914-145259797"/>
          <p:cNvSpPr/>
          <p:nvPr/>
        </p:nvSpPr>
        <p:spPr>
          <a:xfrm>
            <a:off x="1333500" y="3810000"/>
            <a:ext cx="7048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</a:t>
            </a:r>
            <a:r>
              <a:rPr lang="en-US" sz="28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8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8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28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endParaRPr lang="en-US" sz="2850" dirty="0"/>
          </a:p>
          <a:p>
            <a:pPr algn="l" marL="361950" indent="-258592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1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Tự</a:t>
            </a:r>
            <a:r>
              <a:rPr lang="en-US" sz="28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8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</a:t>
            </a:r>
            <a:r>
              <a:rPr lang="en-US" sz="28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8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lặp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Cải thiện</a:t>
            </a:r>
            <a:r>
              <a:rPr lang="en-US" sz="28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trải</a:t>
            </a:r>
            <a:r>
              <a:rPr lang="en-US" sz="28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nghiệm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486900" y="2381250"/>
            <a:ext cx="7886700" cy="6286500"/>
          </a:xfrm>
          <a:prstGeom prst="roundRect">
            <a:avLst>
              <a:gd name="adj" fmla="val 4242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762250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4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r>
              <a:rPr lang="en-US" sz="33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300" dirty="0"/>
          </a:p>
        </p:txBody>
      </p:sp>
      <p:sp>
        <p:nvSpPr>
          <p:cNvPr id="8" name="Text richtext-1792492214936-847863100"/>
          <p:cNvSpPr/>
          <p:nvPr/>
        </p:nvSpPr>
        <p:spPr>
          <a:xfrm>
            <a:off x="9906000" y="3810000"/>
            <a:ext cx="7048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Tương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850" dirty="0"/>
          </a:p>
          <a:p>
            <a:pPr algn="l" marL="361950" indent="-258592">
              <a:spcAft>
                <a:spcPts val="2100"/>
              </a:spcAft>
              <a:buSzPct val="100000"/>
              <a:buFont typeface="Arial"/>
              <a:buChar char="•"/>
            </a:pPr>
            <a:r>
              <a:rPr lang="en-US" sz="2850" dirty="0" spc="-3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Tương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Hướng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af3d38a9-52bb-4ab6-955e-8efd257775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47650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117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Phối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60960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Trao</a:t>
            </a:r>
            <a:r>
              <a:rPr lang="en-US" sz="24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phối</a:t>
            </a:r>
            <a:r>
              <a:rPr lang="en-US" sz="240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phức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7225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CFE8E2"/>
          </a:solidFill>
          <a:ln/>
        </p:spPr>
      </p:sp>
      <p:sp>
        <p:nvSpPr>
          <p:cNvPr id="9" name="Shape 7"/>
          <p:cNvSpPr/>
          <p:nvPr/>
        </p:nvSpPr>
        <p:spPr>
          <a:xfrm>
            <a:off x="6572250" y="247650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953250" y="3048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117" dirty="0"/>
          </a:p>
        </p:txBody>
      </p:sp>
      <p:sp>
        <p:nvSpPr>
          <p:cNvPr id="11" name="Text 9"/>
          <p:cNvSpPr/>
          <p:nvPr/>
        </p:nvSpPr>
        <p:spPr>
          <a:xfrm>
            <a:off x="6953250" y="4572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3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953250" y="60960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bước,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linh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230100" y="2476500"/>
            <a:ext cx="5143500" cy="5905500"/>
          </a:xfrm>
          <a:prstGeom prst="roundRect">
            <a:avLst>
              <a:gd name="adj" fmla="val 5185"/>
            </a:avLst>
          </a:prstGeom>
          <a:solidFill>
            <a:srgbClr val="CFE8E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30100" y="2476500"/>
            <a:ext cx="5143500" cy="19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1100" y="3048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117" dirty="0"/>
          </a:p>
        </p:txBody>
      </p:sp>
      <p:sp>
        <p:nvSpPr>
          <p:cNvPr id="16" name="Text 14"/>
          <p:cNvSpPr/>
          <p:nvPr/>
        </p:nvSpPr>
        <p:spPr>
          <a:xfrm>
            <a:off x="12611100" y="4572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611100" y="60960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Quyết</a:t>
            </a:r>
            <a:r>
              <a:rPr lang="en-US" sz="24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4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dựa</a:t>
            </a:r>
            <a:r>
              <a:rPr lang="en-US" sz="24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</a:t>
            </a:r>
            <a:r>
              <a:rPr lang="en-US" sz="24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04/11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e97d674-ae50-4d70-a76e-0f4c4af7e8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47625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3143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1295400" y="4381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31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1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95400" y="552450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Lắp</a:t>
            </a:r>
            <a:r>
              <a:rPr lang="en-US" sz="24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40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400" dirty="0" spc="-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40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thử,</a:t>
            </a:r>
            <a:r>
              <a:rPr lang="en-US" sz="24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làm</a:t>
            </a:r>
            <a:r>
              <a:rPr lang="en-US" sz="24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400" dirty="0" spc="-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40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762750" y="2857500"/>
            <a:ext cx="47625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3143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750" dirty="0"/>
          </a:p>
        </p:txBody>
      </p:sp>
      <p:sp>
        <p:nvSpPr>
          <p:cNvPr id="9" name="Text 7"/>
          <p:cNvSpPr/>
          <p:nvPr/>
        </p:nvSpPr>
        <p:spPr>
          <a:xfrm>
            <a:off x="7143750" y="4381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143750" y="552450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400" dirty="0" spc="-1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400" dirty="0" spc="-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-1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vai,</a:t>
            </a:r>
            <a:r>
              <a:rPr lang="en-US" sz="2400" dirty="0" spc="-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trao</a:t>
            </a:r>
            <a:r>
              <a:rPr lang="en-US" sz="2400" dirty="0" spc="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40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40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611100" y="2857500"/>
            <a:ext cx="47625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92100" y="31432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750" dirty="0"/>
          </a:p>
        </p:txBody>
      </p:sp>
      <p:sp>
        <p:nvSpPr>
          <p:cNvPr id="13" name="Text 11"/>
          <p:cNvSpPr/>
          <p:nvPr/>
        </p:nvSpPr>
        <p:spPr>
          <a:xfrm>
            <a:off x="12992100" y="43815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1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2992100" y="5524500"/>
            <a:ext cx="4000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Vòng</a:t>
            </a:r>
            <a:r>
              <a:rPr lang="en-US" sz="240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40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hồi</a:t>
            </a:r>
            <a:r>
              <a:rPr lang="en-US" sz="240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400" dirty="0" spc="-1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400" dirty="0" spc="-17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r>
              <a:rPr lang="en-US" sz="240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dần</a:t>
            </a:r>
            <a:endParaRPr lang="en-US" sz="2400" dirty="0"/>
          </a:p>
        </p:txBody>
      </p:sp>
      <p:sp>
        <p:nvSpPr>
          <p:cNvPr id="15" name="Connector line-1792492240610-722973014"/>
          <p:cNvSpPr/>
          <p:nvPr/>
        </p:nvSpPr>
        <p:spPr>
          <a:xfrm>
            <a:off x="5734050" y="5048250"/>
            <a:ext cx="9715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492240610-294081596"/>
          <p:cNvSpPr/>
          <p:nvPr/>
        </p:nvSpPr>
        <p:spPr>
          <a:xfrm>
            <a:off x="11582400" y="5048250"/>
            <a:ext cx="971550" cy="0"/>
          </a:xfrm>
          <a:prstGeom prst="line">
            <a:avLst/>
          </a:prstGeom>
          <a:noFill/>
          <a:ln w="57150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29d4ec5-2837-4975-a5e3-7b28947bfa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MAF: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SDK</a:t>
            </a:r>
            <a:r>
              <a:rPr lang="en-US" sz="255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gọn</a:t>
            </a:r>
            <a:r>
              <a:rPr lang="en-US" sz="2550" dirty="0" spc="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550" dirty="0" spc="2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255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55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71750"/>
            <a:ext cx="22860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571750"/>
            <a:ext cx="1543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3000" dirty="0"/>
          </a:p>
          <a:p>
            <a:pPr algn="l" indent="0" marL="0"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tên,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dẫn,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cụ;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 hội thoại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095750"/>
            <a:ext cx="22860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095750"/>
            <a:ext cx="1543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000" dirty="0"/>
          </a:p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hàm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Python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619750"/>
            <a:ext cx="22860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619750"/>
            <a:ext cx="1543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Phối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000" dirty="0"/>
          </a:p>
          <a:p>
            <a:pPr algn="l" indent="0" marL="0"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400" dirty="0" spc="-3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hoạch,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4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143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7143750"/>
            <a:ext cx="22860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524000" y="7143750"/>
            <a:ext cx="1543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 tính</a:t>
            </a:r>
            <a:r>
              <a:rPr lang="en-US" sz="30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endParaRPr lang="en-US" sz="3000" dirty="0"/>
          </a:p>
          <a:p>
            <a:pPr algn="l" indent="0" marL="0">
              <a:buNone/>
            </a:pPr>
            <a:r>
              <a:rPr lang="en-US" sz="24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xác</a:t>
            </a:r>
            <a:r>
              <a:rPr lang="en-US" sz="24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 khóa,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 lý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f904560-7775-42c2-b5e2-4894c392d7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Foundry</a:t>
            </a:r>
            <a:r>
              <a:rPr lang="en-US" sz="75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75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</a:t>
            </a:r>
            <a:endParaRPr lang="en-US" sz="7500" dirty="0"/>
          </a:p>
        </p:txBody>
      </p:sp>
      <p:sp>
        <p:nvSpPr>
          <p:cNvPr id="3" name="Connector line-1792492266291-894407868"/>
          <p:cNvSpPr/>
          <p:nvPr/>
        </p:nvSpPr>
        <p:spPr>
          <a:xfrm>
            <a:off x="5867400" y="4000500"/>
            <a:ext cx="1847850" cy="13335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" name="Connector line-1792492266291-760099204"/>
          <p:cNvSpPr/>
          <p:nvPr/>
        </p:nvSpPr>
        <p:spPr>
          <a:xfrm flipV="1">
            <a:off x="5867400" y="6191250"/>
            <a:ext cx="1847850" cy="12382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492266292-924325322"/>
          <p:cNvSpPr/>
          <p:nvPr/>
        </p:nvSpPr>
        <p:spPr>
          <a:xfrm flipH="1">
            <a:off x="10572750" y="4000500"/>
            <a:ext cx="1847850" cy="133350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Connector line-1792492266292-628844446"/>
          <p:cNvSpPr/>
          <p:nvPr/>
        </p:nvSpPr>
        <p:spPr>
          <a:xfrm flipH="1" flipV="1">
            <a:off x="10572750" y="6191250"/>
            <a:ext cx="1847850" cy="12382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429500" y="4048125"/>
            <a:ext cx="3429000" cy="3429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0" y="514350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Foundry</a:t>
            </a:r>
            <a:endParaRPr lang="en-US" sz="3450" dirty="0"/>
          </a:p>
          <a:p>
            <a:pPr algn="ctr" indent="0" marL="0">
              <a:buNone/>
            </a:pPr>
            <a:r>
              <a:rPr lang="en-US" sz="34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Agent</a:t>
            </a:r>
            <a:r>
              <a:rPr lang="en-US" sz="34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144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144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24206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Bing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24206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df90a376-8d0d-4b25-a280-fdbd849586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Thread</a:t>
            </a:r>
            <a:r>
              <a:rPr lang="en-US" sz="75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1143000" y="21907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429500" y="21907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Thread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3716000" y="219075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850" dirty="0"/>
          </a:p>
        </p:txBody>
      </p:sp>
      <p:sp>
        <p:nvSpPr>
          <p:cNvPr id="6" name="Connector line-1792492278011-341872717"/>
          <p:cNvSpPr/>
          <p:nvPr/>
        </p:nvSpPr>
        <p:spPr>
          <a:xfrm>
            <a:off x="2857500" y="3143250"/>
            <a:ext cx="0" cy="54292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7" name="Connector line-1792492278011-114973463"/>
          <p:cNvSpPr/>
          <p:nvPr/>
        </p:nvSpPr>
        <p:spPr>
          <a:xfrm>
            <a:off x="9144000" y="3143250"/>
            <a:ext cx="0" cy="54292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8" name="Connector line-1792492278011-648099772"/>
          <p:cNvSpPr/>
          <p:nvPr/>
        </p:nvSpPr>
        <p:spPr>
          <a:xfrm>
            <a:off x="15430500" y="3143250"/>
            <a:ext cx="0" cy="542925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143250" y="36385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nhắn</a:t>
            </a:r>
            <a:endParaRPr lang="en-US" sz="2400" dirty="0"/>
          </a:p>
        </p:txBody>
      </p:sp>
      <p:sp>
        <p:nvSpPr>
          <p:cNvPr id="10" name="Connector line-1792492278014-200559371"/>
          <p:cNvSpPr/>
          <p:nvPr/>
        </p:nvSpPr>
        <p:spPr>
          <a:xfrm>
            <a:off x="2857500" y="4191000"/>
            <a:ext cx="6191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429750" y="49720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8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12" name="Connector line-1792492278017-570975766"/>
          <p:cNvSpPr/>
          <p:nvPr/>
        </p:nvSpPr>
        <p:spPr>
          <a:xfrm>
            <a:off x="9144000" y="552450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29750" y="63055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Ghi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2400" dirty="0"/>
          </a:p>
        </p:txBody>
      </p:sp>
      <p:sp>
        <p:nvSpPr>
          <p:cNvPr id="14" name="Connector line-1792492278020-257980785"/>
          <p:cNvSpPr/>
          <p:nvPr/>
        </p:nvSpPr>
        <p:spPr>
          <a:xfrm flipH="1">
            <a:off x="9239250" y="685800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143250" y="76390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 nhắn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2400" dirty="0"/>
          </a:p>
        </p:txBody>
      </p:sp>
      <p:sp>
        <p:nvSpPr>
          <p:cNvPr id="16" name="Connector line-1792492278022-836952675"/>
          <p:cNvSpPr/>
          <p:nvPr/>
        </p:nvSpPr>
        <p:spPr>
          <a:xfrm flipH="1">
            <a:off x="2952750" y="8191500"/>
            <a:ext cx="6191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08/11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2b6ab56-cef9-4cbd-9f67-4164f66b8d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 cái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05000"/>
          <a:ext cx="137160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6254496"/>
                <a:gridCol w="7571232"/>
              </a:tblGrid>
              <a:tr h="1181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MAF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Foundry</a:t>
                      </a:r>
                      <a:r>
                        <a:rPr lang="en-US" sz="2250" b="1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Bản</a:t>
                      </a: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chất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SDK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gọn</a:t>
                      </a:r>
                      <a:r>
                        <a:rPr lang="en-US" sz="225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Nền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tảng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triển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Trọng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tâm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Gọi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cụ,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hội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thoại,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 tính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Azure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 linh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hoạt,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mật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doanh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nghiệp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Hợp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Muốn</a:t>
                      </a:r>
                      <a:r>
                        <a:rPr lang="en-US" sz="22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2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thật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triển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 doanh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nghiệp,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tích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 vụ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Azure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7048500"/>
            <a:ext cx="228600" cy="1238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3"/>
          <p:cNvSpPr/>
          <p:nvPr/>
        </p:nvSpPr>
        <p:spPr>
          <a:xfrm>
            <a:off x="1524000" y="7048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Dựng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MAF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trước,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Foundry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8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Moda image moda-export-watermark-a39c69da-b56a-4429-ac77-c4e3c39858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8382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41910" rIns="0" bIns="-4191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66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6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66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6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rộng,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6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228600" cy="2476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715000"/>
            <a:ext cx="15430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550" dirty="0"/>
          </a:p>
          <a:p>
            <a:pPr algn="l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MAF</a:t>
            </a:r>
            <a:r>
              <a:rPr lang="en-US" sz="31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trước,</a:t>
            </a:r>
            <a:r>
              <a:rPr lang="en-US" sz="31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31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Foundry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Service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1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00b62a7b-d558-4494-bf83-1ffe1641e4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145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25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trí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tuệ nhân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r>
                        <a:rPr lang="en-US" sz="225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(Large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SDK</a:t>
                      </a:r>
                      <a:r>
                        <a:rPr lang="en-US" sz="22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(Software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Development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Kit)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2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MAF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(Microsoft</a:t>
                      </a:r>
                      <a:r>
                        <a:rPr lang="en-US" sz="225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2250" dirty="0" spc="-2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Framework)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SDK của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Microsoft</a:t>
                      </a:r>
                      <a:r>
                        <a:rPr lang="en-US" sz="225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250" dirty="0" spc="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r>
                        <a:rPr lang="en-US" sz="22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(Retrieval-Augmented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cho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dirty="0" spc="-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2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Foundry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nền</a:t>
                      </a:r>
                      <a:r>
                        <a:rPr lang="en-US" sz="22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tảng</a:t>
                      </a:r>
                      <a:r>
                        <a:rPr lang="en-US" sz="225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AI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Microsoft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7524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2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210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9191625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</a:t>
            </a:r>
            <a:r>
              <a:rPr lang="en-US" sz="180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ec0f2088-c3c2-4085-be23-6d179ebbf4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2026-10-20T10:34:36Z</dcterms:created>
  <dcterms:modified xsi:type="dcterms:W3CDTF">2026-10-20T10:34:36Z</dcterms:modified>
</cp:coreProperties>
</file>