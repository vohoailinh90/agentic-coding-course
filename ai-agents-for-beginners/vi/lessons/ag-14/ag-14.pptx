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fals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8288000" cy="10287000"/>
  <p:notesSz cx="10287000" cy="18288000"/>
  <p:embeddedFontLst>
    <p:embeddedFont>
      <p:font typeface="Be Vietnam Pro"/>
      <p:regular r:id="rId20"/>
      <p:bold r:id="rId18"/>
    </p:embeddedFont>
    <p:embeddedFont>
      <p:font typeface="Bricolage Grotesque ExtraBold"/>
      <p:regular r:id="rId19"/>
    </p:embeddedFont>
    <p:embeddedFont>
      <p:font typeface="JetBrains Mono"/>
      <p:regular r:id="rId21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Relationship Id="rId18" Type="http://schemas.openxmlformats.org/officeDocument/2006/relationships/font" Target="fonts/font1.fntdata"/><Relationship Id="rId19" Type="http://schemas.openxmlformats.org/officeDocument/2006/relationships/font" Target="fonts/font2.fntdata"/><Relationship Id="rId20" Type="http://schemas.openxmlformats.org/officeDocument/2006/relationships/font" Target="fonts/font3.fntdata"/><Relationship Id="rId21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38200"/>
            <a:ext cx="9525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6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AI</a:t>
            </a:r>
            <a:r>
              <a:rPr lang="en-US" sz="1950" b="1" spc="214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AGENT</a:t>
            </a:r>
            <a:r>
              <a:rPr lang="en-US" sz="1950" b="1" spc="225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1950" b="1" spc="227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1950" b="1" spc="224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MỚI</a:t>
            </a:r>
            <a:r>
              <a:rPr lang="en-US" sz="1950" b="1" spc="221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950" b="1" spc="220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950" b="1" spc="227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14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428750"/>
            <a:ext cx="9525000" cy="2476500"/>
          </a:xfrm>
          <a:prstGeom prst="rect">
            <a:avLst/>
          </a:prstGeom>
          <a:noFill/>
          <a:ln/>
        </p:spPr>
        <p:txBody>
          <a:bodyPr wrap="square" lIns="0" tIns="69437" rIns="0" bIns="-69437" rtlCol="0" anchor="t"/>
          <a:lstStyle/>
          <a:p>
            <a:pPr algn="l" indent="0" marL="0">
              <a:lnSpc>
                <a:spcPts val="8505"/>
              </a:lnSpc>
              <a:buNone/>
            </a:pPr>
            <a:r>
              <a:rPr lang="en-US" sz="8100" dirty="0" spc="-1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Microsoft</a:t>
            </a:r>
            <a:endParaRPr lang="en-US" sz="8100" dirty="0"/>
          </a:p>
          <a:p>
            <a:pPr algn="l" indent="0" marL="0">
              <a:lnSpc>
                <a:spcPts val="8505"/>
              </a:lnSpc>
              <a:buNone/>
            </a:pPr>
            <a:r>
              <a:rPr lang="en-US" sz="8100" dirty="0" spc="-3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Agent</a:t>
            </a:r>
            <a:r>
              <a:rPr lang="en-US" sz="8100" dirty="0" spc="-5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Framework</a:t>
            </a:r>
            <a:endParaRPr lang="en-US" sz="8100" dirty="0"/>
          </a:p>
        </p:txBody>
      </p:sp>
      <p:sp>
        <p:nvSpPr>
          <p:cNvPr id="4" name="Text 2"/>
          <p:cNvSpPr/>
          <p:nvPr/>
        </p:nvSpPr>
        <p:spPr>
          <a:xfrm>
            <a:off x="914400" y="4000500"/>
            <a:ext cx="9525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500" dirty="0" spc="0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Khung</a:t>
            </a:r>
            <a:r>
              <a:rPr lang="en-US" sz="4500" dirty="0" spc="-28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hợp</a:t>
            </a:r>
            <a:r>
              <a:rPr lang="en-US" sz="4500" dirty="0" spc="4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nhất</a:t>
            </a:r>
            <a:r>
              <a:rPr lang="en-US" sz="4500" dirty="0" spc="7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dựng</a:t>
            </a:r>
            <a:r>
              <a:rPr lang="en-US" sz="4500" dirty="0" spc="-14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agent</a:t>
            </a:r>
            <a:endParaRPr lang="en-US" sz="4500" dirty="0"/>
          </a:p>
        </p:txBody>
      </p:sp>
      <p:sp>
        <p:nvSpPr>
          <p:cNvPr id="5" name="Text 3"/>
          <p:cNvSpPr/>
          <p:nvPr/>
        </p:nvSpPr>
        <p:spPr>
          <a:xfrm>
            <a:off x="914400" y="5048250"/>
            <a:ext cx="9144000" cy="1047750"/>
          </a:xfrm>
          <a:prstGeom prst="rect">
            <a:avLst/>
          </a:prstGeom>
          <a:noFill/>
          <a:ln/>
        </p:spPr>
        <p:txBody>
          <a:bodyPr wrap="square" lIns="0" tIns="10287" rIns="0" bIns="-10287" rtlCol="0" anchor="t"/>
          <a:lstStyle/>
          <a:p>
            <a:pPr algn="l" indent="0" marL="0">
              <a:lnSpc>
                <a:spcPts val="3645"/>
              </a:lnSpc>
              <a:buNone/>
            </a:pPr>
            <a:r>
              <a:rPr lang="en-US" sz="2700" dirty="0" spc="26" kern="0">
                <a:solidFill>
                  <a:srgbClr val="E8E0C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Dựng</a:t>
            </a:r>
            <a:r>
              <a:rPr lang="en-US" sz="2700" dirty="0" spc="-19" kern="0">
                <a:solidFill>
                  <a:srgbClr val="E8E0C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agent</a:t>
            </a:r>
            <a:r>
              <a:rPr lang="en-US" sz="2700" dirty="0" spc="-9" kern="0">
                <a:solidFill>
                  <a:srgbClr val="E8E0C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sẵn</a:t>
            </a:r>
            <a:r>
              <a:rPr lang="en-US" sz="2700" dirty="0" spc="-7" kern="0">
                <a:solidFill>
                  <a:srgbClr val="E8E0C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sàng</a:t>
            </a:r>
            <a:r>
              <a:rPr lang="en-US" sz="2700" dirty="0" spc="-9" kern="0">
                <a:solidFill>
                  <a:srgbClr val="E8E0C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sản</a:t>
            </a:r>
            <a:r>
              <a:rPr lang="en-US" sz="2700" dirty="0" spc="-11" kern="0">
                <a:solidFill>
                  <a:srgbClr val="E8E0C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xuất</a:t>
            </a:r>
            <a:r>
              <a:rPr lang="en-US" sz="2700" dirty="0" spc="-4" kern="0">
                <a:solidFill>
                  <a:srgbClr val="E8E0C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bằng</a:t>
            </a:r>
            <a:r>
              <a:rPr lang="en-US" sz="2700" dirty="0" spc="15" kern="0">
                <a:solidFill>
                  <a:srgbClr val="E8E0C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những</a:t>
            </a:r>
            <a:r>
              <a:rPr lang="en-US" sz="2700" dirty="0" spc="-2" kern="0">
                <a:solidFill>
                  <a:srgbClr val="E8E0C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khối nào?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914400" y="6477000"/>
            <a:ext cx="9144000" cy="2857500"/>
          </a:xfrm>
          <a:prstGeom prst="rect">
            <a:avLst/>
          </a:prstGeom>
          <a:noFill/>
          <a:ln/>
        </p:spPr>
        <p:txBody>
          <a:bodyPr wrap="square" lIns="0" tIns="-2572" rIns="0" bIns="2572" rtlCol="0" anchor="t"/>
          <a:lstStyle/>
          <a:p>
            <a:pPr algn="l" indent="0" marL="0">
              <a:lnSpc>
                <a:spcPts val="4050"/>
              </a:lnSpc>
              <a:spcAft>
                <a:spcPts val="450"/>
              </a:spcAft>
              <a:buNone/>
            </a:pPr>
            <a:r>
              <a:rPr lang="en-US" sz="270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●</a:t>
            </a:r>
            <a:pPr algn="l" indent="0" marL="0">
              <a:lnSpc>
                <a:spcPts val="4050"/>
              </a:lnSpc>
              <a:spcAft>
                <a:spcPts val="450"/>
              </a:spcAft>
              <a:buNone/>
            </a:pPr>
            <a:r>
              <a:rPr lang="en-US" sz="27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MAF là</a:t>
            </a:r>
            <a:r>
              <a:rPr lang="en-US" sz="270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gì</a:t>
            </a:r>
            <a:endParaRPr lang="en-US" sz="2700" dirty="0"/>
          </a:p>
          <a:p>
            <a:pPr algn="l" indent="0" marL="0">
              <a:lnSpc>
                <a:spcPts val="4050"/>
              </a:lnSpc>
              <a:spcAft>
                <a:spcPts val="450"/>
              </a:spcAft>
              <a:buNone/>
            </a:pPr>
            <a:r>
              <a:rPr lang="en-US" sz="270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●</a:t>
            </a:r>
            <a:pPr algn="l" indent="0" marL="0">
              <a:lnSpc>
                <a:spcPts val="4050"/>
              </a:lnSpc>
              <a:spcAft>
                <a:spcPts val="450"/>
              </a:spcAft>
              <a:buNone/>
            </a:pPr>
            <a:r>
              <a:rPr lang="en-US" sz="2700" dirty="0" spc="-2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Agent,</a:t>
            </a:r>
            <a:r>
              <a:rPr lang="en-US" sz="27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công</a:t>
            </a:r>
            <a:r>
              <a:rPr lang="en-US" sz="27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cụ,</a:t>
            </a:r>
            <a:r>
              <a:rPr lang="en-US" sz="27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luồng</a:t>
            </a:r>
            <a:endParaRPr lang="en-US" sz="2700" dirty="0"/>
          </a:p>
          <a:p>
            <a:pPr algn="l" indent="0" marL="0">
              <a:lnSpc>
                <a:spcPts val="4050"/>
              </a:lnSpc>
              <a:spcAft>
                <a:spcPts val="450"/>
              </a:spcAft>
              <a:buNone/>
            </a:pPr>
            <a:r>
              <a:rPr lang="en-US" sz="270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●</a:t>
            </a:r>
            <a:pPr algn="l" indent="0" marL="0">
              <a:lnSpc>
                <a:spcPts val="4050"/>
              </a:lnSpc>
              <a:spcAft>
                <a:spcPts val="450"/>
              </a:spcAft>
              <a:buNone/>
            </a:pPr>
            <a:r>
              <a:rPr lang="en-US" sz="2700" dirty="0" spc="-1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Middleware,</a:t>
            </a:r>
            <a:r>
              <a:rPr lang="en-US" sz="2700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bộ</a:t>
            </a:r>
            <a:r>
              <a:rPr lang="en-US" sz="27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nhớ,</a:t>
            </a:r>
            <a:r>
              <a:rPr lang="en-US" sz="27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quan</a:t>
            </a:r>
            <a:r>
              <a:rPr lang="en-US" sz="2700" dirty="0" spc="-2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sát</a:t>
            </a:r>
            <a:endParaRPr lang="en-US" sz="2700" dirty="0"/>
          </a:p>
          <a:p>
            <a:pPr algn="l" indent="0" marL="0">
              <a:lnSpc>
                <a:spcPts val="4050"/>
              </a:lnSpc>
              <a:buNone/>
            </a:pPr>
            <a:r>
              <a:rPr lang="en-US" sz="270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●</a:t>
            </a:r>
            <a:pPr algn="l" indent="0" marL="0">
              <a:lnSpc>
                <a:spcPts val="4050"/>
              </a:lnSpc>
              <a:buNone/>
            </a:pPr>
            <a:r>
              <a:rPr lang="en-US" sz="2700" dirty="0" spc="-2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Workflow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10763250" y="1428750"/>
            <a:ext cx="6610350" cy="7429500"/>
          </a:xfrm>
          <a:prstGeom prst="roundRect">
            <a:avLst>
              <a:gd name="adj" fmla="val 5187"/>
            </a:avLst>
          </a:prstGeom>
          <a:solidFill>
            <a:srgbClr val="1E212B"/>
          </a:solidFill>
          <a:ln w="38100">
            <a:solidFill>
              <a:srgbClr val="3B405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525250" y="2000250"/>
            <a:ext cx="3810000" cy="914400"/>
          </a:xfrm>
          <a:prstGeom prst="roundRect">
            <a:avLst>
              <a:gd name="adj" fmla="val 16667"/>
            </a:avLst>
          </a:prstGeom>
          <a:solidFill>
            <a:srgbClr val="FFB45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b="1" dirty="0" spc="-2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Workflow</a:t>
            </a:r>
            <a:endParaRPr lang="en-US" sz="2550" dirty="0"/>
          </a:p>
        </p:txBody>
      </p:sp>
      <p:sp>
        <p:nvSpPr>
          <p:cNvPr id="9" name="Text 7"/>
          <p:cNvSpPr/>
          <p:nvPr/>
        </p:nvSpPr>
        <p:spPr>
          <a:xfrm>
            <a:off x="12668250" y="3105150"/>
            <a:ext cx="4191000" cy="914400"/>
          </a:xfrm>
          <a:prstGeom prst="roundRect">
            <a:avLst>
              <a:gd name="adj" fmla="val 16667"/>
            </a:avLst>
          </a:prstGeom>
          <a:solidFill>
            <a:srgbClr val="7C93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 spc="-2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Middleware</a:t>
            </a:r>
            <a:r>
              <a:rPr lang="en-US" sz="2400" b="1" dirty="0" spc="-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4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bộ</a:t>
            </a:r>
            <a:r>
              <a:rPr lang="en-US" sz="240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1334750" y="4210050"/>
            <a:ext cx="4572000" cy="914400"/>
          </a:xfrm>
          <a:prstGeom prst="roundRect">
            <a:avLst>
              <a:gd name="adj" fmla="val 16667"/>
            </a:avLst>
          </a:prstGeom>
          <a:solidFill>
            <a:srgbClr val="FF6A4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Công</a:t>
            </a:r>
            <a:r>
              <a:rPr lang="en-US" sz="25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cụ</a:t>
            </a:r>
            <a:r>
              <a:rPr lang="en-US" sz="2550" b="1" dirty="0" spc="-2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55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luồng</a:t>
            </a:r>
            <a:endParaRPr lang="en-US" sz="2550" dirty="0"/>
          </a:p>
        </p:txBody>
      </p:sp>
      <p:sp>
        <p:nvSpPr>
          <p:cNvPr id="11" name="Text 9"/>
          <p:cNvSpPr/>
          <p:nvPr/>
        </p:nvSpPr>
        <p:spPr>
          <a:xfrm>
            <a:off x="12382500" y="5314950"/>
            <a:ext cx="4381500" cy="914400"/>
          </a:xfrm>
          <a:prstGeom prst="roundRect">
            <a:avLst>
              <a:gd name="adj" fmla="val 16667"/>
            </a:avLst>
          </a:prstGeom>
          <a:solidFill>
            <a:srgbClr val="3DD6A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 spc="-1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Agent</a:t>
            </a:r>
            <a:endParaRPr lang="en-US" sz="2700" dirty="0"/>
          </a:p>
        </p:txBody>
      </p:sp>
      <p:sp>
        <p:nvSpPr>
          <p:cNvPr id="12" name="Text 10"/>
          <p:cNvSpPr/>
          <p:nvPr/>
        </p:nvSpPr>
        <p:spPr>
          <a:xfrm>
            <a:off x="11144250" y="6419850"/>
            <a:ext cx="5715000" cy="914400"/>
          </a:xfrm>
          <a:prstGeom prst="roundRect">
            <a:avLst>
              <a:gd name="adj" fmla="val 16667"/>
            </a:avLst>
          </a:prstGeom>
          <a:solidFill>
            <a:srgbClr val="F3EEE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Dịch</a:t>
            </a:r>
            <a:r>
              <a:rPr lang="en-US" sz="25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vụ</a:t>
            </a:r>
            <a:r>
              <a:rPr lang="en-US" sz="255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LLM</a:t>
            </a:r>
            <a:endParaRPr lang="en-US" sz="2550" dirty="0"/>
          </a:p>
        </p:txBody>
      </p:sp>
      <p:sp>
        <p:nvSpPr>
          <p:cNvPr id="13" name="Shape 11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4" name="Moda image moda-export-watermark-adf59087-8d0b-4721-964d-4ca0eafe6e3b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00100"/>
            <a:ext cx="14287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3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MỤC</a:t>
            </a:r>
            <a:r>
              <a:rPr lang="en-US" sz="1950" b="1" spc="225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TIÊU</a:t>
            </a:r>
            <a:r>
              <a:rPr lang="en-US" sz="1950" b="1" spc="213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1950" b="1" spc="220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2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Bài</a:t>
            </a:r>
            <a:r>
              <a:rPr lang="en-US" sz="72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này</a:t>
            </a:r>
            <a:r>
              <a:rPr lang="en-US" sz="72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giúp</a:t>
            </a:r>
            <a:r>
              <a:rPr lang="en-US" sz="7200" dirty="0" spc="-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bạn</a:t>
            </a:r>
            <a:r>
              <a:rPr lang="en-US" sz="72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làm</a:t>
            </a:r>
            <a:r>
              <a:rPr lang="en-US" sz="7200" dirty="0" spc="-2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gì</a:t>
            </a:r>
            <a:endParaRPr lang="en-US" sz="7200" dirty="0"/>
          </a:p>
        </p:txBody>
      </p:sp>
      <p:sp>
        <p:nvSpPr>
          <p:cNvPr id="4" name="Shape 2"/>
          <p:cNvSpPr/>
          <p:nvPr/>
        </p:nvSpPr>
        <p:spPr>
          <a:xfrm>
            <a:off x="914400" y="3143250"/>
            <a:ext cx="5029200" cy="5334000"/>
          </a:xfrm>
          <a:prstGeom prst="roundRect">
            <a:avLst>
              <a:gd name="adj" fmla="val 5303"/>
            </a:avLst>
          </a:prstGeom>
          <a:solidFill>
            <a:srgbClr val="E8E0CF"/>
          </a:solidFill>
          <a:ln/>
        </p:spPr>
      </p:sp>
      <p:sp>
        <p:nvSpPr>
          <p:cNvPr id="5" name="Shape 3"/>
          <p:cNvSpPr/>
          <p:nvPr/>
        </p:nvSpPr>
        <p:spPr>
          <a:xfrm>
            <a:off x="6629400" y="3143250"/>
            <a:ext cx="5029200" cy="5334000"/>
          </a:xfrm>
          <a:prstGeom prst="roundRect">
            <a:avLst>
              <a:gd name="adj" fmla="val 5303"/>
            </a:avLst>
          </a:prstGeom>
          <a:solidFill>
            <a:srgbClr val="E8E0CF"/>
          </a:solidFill>
          <a:ln/>
        </p:spPr>
      </p:sp>
      <p:sp>
        <p:nvSpPr>
          <p:cNvPr id="6" name="Shape 4"/>
          <p:cNvSpPr/>
          <p:nvPr/>
        </p:nvSpPr>
        <p:spPr>
          <a:xfrm>
            <a:off x="12344400" y="3143250"/>
            <a:ext cx="5029200" cy="5334000"/>
          </a:xfrm>
          <a:prstGeom prst="roundRect">
            <a:avLst>
              <a:gd name="adj" fmla="val 5303"/>
            </a:avLst>
          </a:prstGeom>
          <a:solidFill>
            <a:srgbClr val="E8E0CF"/>
          </a:solidFill>
          <a:ln/>
        </p:spPr>
      </p:sp>
      <p:sp>
        <p:nvSpPr>
          <p:cNvPr id="7" name="Text 5"/>
          <p:cNvSpPr/>
          <p:nvPr/>
        </p:nvSpPr>
        <p:spPr>
          <a:xfrm>
            <a:off x="1295400" y="3429000"/>
            <a:ext cx="42672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0" dirty="0" spc="-2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</a:t>
            </a:r>
            <a:endParaRPr lang="en-US" sz="9750" dirty="0"/>
          </a:p>
        </p:txBody>
      </p:sp>
      <p:sp>
        <p:nvSpPr>
          <p:cNvPr id="8" name="Text 6"/>
          <p:cNvSpPr/>
          <p:nvPr/>
        </p:nvSpPr>
        <p:spPr>
          <a:xfrm>
            <a:off x="1295400" y="5143500"/>
            <a:ext cx="4267200" cy="1047750"/>
          </a:xfrm>
          <a:prstGeom prst="rect">
            <a:avLst/>
          </a:prstGeom>
          <a:noFill/>
          <a:ln/>
        </p:spPr>
        <p:txBody>
          <a:bodyPr wrap="square" lIns="0" tIns="18392" rIns="0" bIns="-18392" rtlCol="0" anchor="t"/>
          <a:lstStyle/>
          <a:p>
            <a:pPr algn="l" indent="0" marL="0">
              <a:lnSpc>
                <a:spcPts val="3795"/>
              </a:lnSpc>
              <a:buNone/>
            </a:pPr>
            <a:r>
              <a:rPr lang="en-US" sz="330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Hiểu</a:t>
            </a:r>
            <a:r>
              <a:rPr lang="en-US" sz="330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MAF</a:t>
            </a:r>
            <a:endParaRPr lang="en-US" sz="3300" dirty="0"/>
          </a:p>
        </p:txBody>
      </p:sp>
      <p:sp>
        <p:nvSpPr>
          <p:cNvPr id="9" name="Text 7"/>
          <p:cNvSpPr/>
          <p:nvPr/>
        </p:nvSpPr>
        <p:spPr>
          <a:xfrm>
            <a:off x="1295400" y="6477000"/>
            <a:ext cx="4267200" cy="171450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Khung hợp</a:t>
            </a:r>
            <a:r>
              <a:rPr lang="en-US" sz="2550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nhất</a:t>
            </a:r>
            <a:r>
              <a:rPr lang="en-US" sz="2550" dirty="0" spc="1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dựng</a:t>
            </a:r>
            <a:r>
              <a:rPr lang="en-US" sz="2550" dirty="0" spc="-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agent</a:t>
            </a:r>
            <a:r>
              <a:rPr lang="en-US" sz="2550" dirty="0" spc="-1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giá</a:t>
            </a:r>
            <a:r>
              <a:rPr lang="en-US" sz="2550" dirty="0" spc="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trị</a:t>
            </a:r>
            <a:r>
              <a:rPr lang="en-US" sz="25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nó.</a:t>
            </a:r>
            <a:endParaRPr lang="en-US" sz="2550" dirty="0"/>
          </a:p>
        </p:txBody>
      </p:sp>
      <p:sp>
        <p:nvSpPr>
          <p:cNvPr id="10" name="Text 8"/>
          <p:cNvSpPr/>
          <p:nvPr/>
        </p:nvSpPr>
        <p:spPr>
          <a:xfrm>
            <a:off x="7010400" y="3429000"/>
            <a:ext cx="42672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0" dirty="0" spc="-3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2</a:t>
            </a:r>
            <a:endParaRPr lang="en-US" sz="9750" dirty="0"/>
          </a:p>
        </p:txBody>
      </p:sp>
      <p:sp>
        <p:nvSpPr>
          <p:cNvPr id="11" name="Text 9"/>
          <p:cNvSpPr/>
          <p:nvPr/>
        </p:nvSpPr>
        <p:spPr>
          <a:xfrm>
            <a:off x="7010400" y="5143500"/>
            <a:ext cx="4267200" cy="1047750"/>
          </a:xfrm>
          <a:prstGeom prst="rect">
            <a:avLst/>
          </a:prstGeom>
          <a:noFill/>
          <a:ln/>
        </p:spPr>
        <p:txBody>
          <a:bodyPr wrap="square" lIns="0" tIns="18392" rIns="0" bIns="-18392" rtlCol="0" anchor="t"/>
          <a:lstStyle/>
          <a:p>
            <a:pPr algn="l" indent="0" marL="0">
              <a:lnSpc>
                <a:spcPts val="3795"/>
              </a:lnSpc>
              <a:buNone/>
            </a:pPr>
            <a:r>
              <a:rPr lang="en-US" sz="330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Dùng khối</a:t>
            </a:r>
            <a:r>
              <a:rPr lang="en-US" sz="3300" b="1" dirty="0" spc="-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cốt</a:t>
            </a:r>
            <a:r>
              <a:rPr lang="en-US" sz="3300" b="1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lõi</a:t>
            </a:r>
            <a:endParaRPr lang="en-US" sz="3300" dirty="0"/>
          </a:p>
        </p:txBody>
      </p:sp>
      <p:sp>
        <p:nvSpPr>
          <p:cNvPr id="12" name="Text 10"/>
          <p:cNvSpPr/>
          <p:nvPr/>
        </p:nvSpPr>
        <p:spPr>
          <a:xfrm>
            <a:off x="7010400" y="6477000"/>
            <a:ext cx="4267200" cy="171450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dirty="0" spc="-2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Agent,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công</a:t>
            </a:r>
            <a:r>
              <a:rPr lang="en-US" sz="25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cụ,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luồng,</a:t>
            </a:r>
            <a:r>
              <a:rPr lang="en-US" sz="2550" dirty="0" spc="-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middleware,</a:t>
            </a:r>
            <a:r>
              <a:rPr lang="en-US" sz="2550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bộ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nhớ.</a:t>
            </a:r>
            <a:endParaRPr lang="en-US" sz="2550" dirty="0"/>
          </a:p>
        </p:txBody>
      </p:sp>
      <p:sp>
        <p:nvSpPr>
          <p:cNvPr id="13" name="Text 11"/>
          <p:cNvSpPr/>
          <p:nvPr/>
        </p:nvSpPr>
        <p:spPr>
          <a:xfrm>
            <a:off x="12725400" y="3429000"/>
            <a:ext cx="42672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0" dirty="0" spc="-4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3</a:t>
            </a:r>
            <a:endParaRPr lang="en-US" sz="9750" dirty="0"/>
          </a:p>
        </p:txBody>
      </p:sp>
      <p:sp>
        <p:nvSpPr>
          <p:cNvPr id="14" name="Text 12"/>
          <p:cNvSpPr/>
          <p:nvPr/>
        </p:nvSpPr>
        <p:spPr>
          <a:xfrm>
            <a:off x="12725400" y="5143500"/>
            <a:ext cx="4267200" cy="1047750"/>
          </a:xfrm>
          <a:prstGeom prst="rect">
            <a:avLst/>
          </a:prstGeom>
          <a:noFill/>
          <a:ln/>
        </p:spPr>
        <p:txBody>
          <a:bodyPr wrap="square" lIns="0" tIns="18392" rIns="0" bIns="-18392" rtlCol="0" anchor="t"/>
          <a:lstStyle/>
          <a:p>
            <a:pPr algn="l" indent="0" marL="0">
              <a:lnSpc>
                <a:spcPts val="3795"/>
              </a:lnSpc>
              <a:buNone/>
            </a:pPr>
            <a:r>
              <a:rPr lang="en-US" sz="3300" b="1" dirty="0" spc="3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Dựng</a:t>
            </a:r>
            <a:r>
              <a:rPr lang="en-US" sz="330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quy</a:t>
            </a:r>
            <a:r>
              <a:rPr lang="en-US" sz="3300" b="1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trình</a:t>
            </a:r>
            <a:endParaRPr lang="en-US" sz="3300" dirty="0"/>
          </a:p>
        </p:txBody>
      </p:sp>
      <p:sp>
        <p:nvSpPr>
          <p:cNvPr id="15" name="Text 13"/>
          <p:cNvSpPr/>
          <p:nvPr/>
        </p:nvSpPr>
        <p:spPr>
          <a:xfrm>
            <a:off x="12725400" y="6477000"/>
            <a:ext cx="4267200" cy="171450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dirty="0" spc="-1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Workflow,</a:t>
            </a:r>
            <a:r>
              <a:rPr lang="en-US" sz="2550" dirty="0" spc="-2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executor</a:t>
            </a:r>
            <a:r>
              <a:rPr lang="en-US" sz="2550" dirty="0" spc="-1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</a:t>
            </a:r>
            <a:r>
              <a:rPr lang="en-US" sz="25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loại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cạnh.</a:t>
            </a:r>
            <a:endParaRPr lang="en-US" sz="2550" dirty="0"/>
          </a:p>
        </p:txBody>
      </p:sp>
      <p:sp>
        <p:nvSpPr>
          <p:cNvPr id="16" name="Shape 14"/>
          <p:cNvSpPr/>
          <p:nvPr/>
        </p:nvSpPr>
        <p:spPr>
          <a:xfrm>
            <a:off x="847725" y="966787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17" name="Shape 15"/>
          <p:cNvSpPr/>
          <p:nvPr/>
        </p:nvSpPr>
        <p:spPr>
          <a:xfrm>
            <a:off x="1114425" y="9667875"/>
            <a:ext cx="133350" cy="13335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18" name="Shape 16"/>
          <p:cNvSpPr/>
          <p:nvPr/>
        </p:nvSpPr>
        <p:spPr>
          <a:xfrm>
            <a:off x="1381125" y="966787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19" name="Shape 17"/>
          <p:cNvSpPr/>
          <p:nvPr/>
        </p:nvSpPr>
        <p:spPr>
          <a:xfrm>
            <a:off x="1647825" y="966787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20" name="Shape 18"/>
          <p:cNvSpPr/>
          <p:nvPr/>
        </p:nvSpPr>
        <p:spPr>
          <a:xfrm>
            <a:off x="1914525" y="966787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21" name="Shape 19"/>
          <p:cNvSpPr/>
          <p:nvPr/>
        </p:nvSpPr>
        <p:spPr>
          <a:xfrm>
            <a:off x="2181225" y="966787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22" name="Shape 20"/>
          <p:cNvSpPr/>
          <p:nvPr/>
        </p:nvSpPr>
        <p:spPr>
          <a:xfrm>
            <a:off x="2447925" y="966787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23" name="Shape 21"/>
          <p:cNvSpPr/>
          <p:nvPr/>
        </p:nvSpPr>
        <p:spPr>
          <a:xfrm>
            <a:off x="2714625" y="966787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24" name="Shape 22"/>
          <p:cNvSpPr/>
          <p:nvPr/>
        </p:nvSpPr>
        <p:spPr>
          <a:xfrm>
            <a:off x="2981325" y="966787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25" name="Shape 23"/>
          <p:cNvSpPr/>
          <p:nvPr/>
        </p:nvSpPr>
        <p:spPr>
          <a:xfrm>
            <a:off x="3248025" y="966787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26" name="Shape 24"/>
          <p:cNvSpPr/>
          <p:nvPr/>
        </p:nvSpPr>
        <p:spPr>
          <a:xfrm>
            <a:off x="3514725" y="966787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27" name="Text 25"/>
          <p:cNvSpPr/>
          <p:nvPr/>
        </p:nvSpPr>
        <p:spPr>
          <a:xfrm>
            <a:off x="4191000" y="9582150"/>
            <a:ext cx="8572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AI</a:t>
            </a:r>
            <a:r>
              <a:rPr lang="en-US" sz="1650" dirty="0" spc="-15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Agent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165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mới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14</a:t>
            </a:r>
            <a:r>
              <a:rPr lang="en-US" sz="16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02/11</a:t>
            </a:r>
            <a:endParaRPr lang="en-US" sz="1650" dirty="0"/>
          </a:p>
        </p:txBody>
      </p:sp>
      <p:sp>
        <p:nvSpPr>
          <p:cNvPr id="28" name="Shape 26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9" name="Moda image moda-export-watermark-d50faf76-cf6c-4d2f-8cca-9773cdf66add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00100"/>
            <a:ext cx="14287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5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KHÁI</a:t>
            </a:r>
            <a:r>
              <a:rPr lang="en-US" sz="1950" b="1" spc="223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NIỆM</a:t>
            </a:r>
            <a:r>
              <a:rPr lang="en-US" sz="1950" b="1" spc="227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</a:t>
            </a:r>
            <a:r>
              <a:rPr lang="en-US" sz="1950" b="1" spc="221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950" b="1" spc="225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MAF LÀ</a:t>
            </a:r>
            <a:r>
              <a:rPr lang="en-US" sz="1950" b="1" spc="228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GÌ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238250"/>
            <a:ext cx="16459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900" dirty="0" spc="-1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Một</a:t>
            </a:r>
            <a:r>
              <a:rPr lang="en-US" sz="6900" dirty="0" spc="1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khung,</a:t>
            </a:r>
            <a:r>
              <a:rPr lang="en-US" sz="69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hai</a:t>
            </a:r>
            <a:r>
              <a:rPr lang="en-US" sz="69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nhóm</a:t>
            </a:r>
            <a:r>
              <a:rPr lang="en-US" sz="69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tính năng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2762250"/>
            <a:ext cx="8001000" cy="5905500"/>
          </a:xfrm>
          <a:prstGeom prst="roundRect">
            <a:avLst>
              <a:gd name="adj" fmla="val 4516"/>
            </a:avLst>
          </a:prstGeom>
          <a:solidFill>
            <a:srgbClr val="CFE8E2"/>
          </a:solidFill>
          <a:ln w="28575">
            <a:solidFill>
              <a:srgbClr val="0F766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71600" y="3143250"/>
            <a:ext cx="70866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dirty="0" spc="1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Cách</a:t>
            </a:r>
            <a:r>
              <a:rPr lang="en-US" sz="4200" dirty="0" spc="17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điều</a:t>
            </a:r>
            <a:r>
              <a:rPr lang="en-US" sz="4200" dirty="0" spc="-1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phối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1371600" y="4095750"/>
            <a:ext cx="70866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Năm</a:t>
            </a:r>
            <a:r>
              <a:rPr lang="en-US" sz="2400" dirty="0" spc="-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kiểu</a:t>
            </a:r>
            <a:r>
              <a:rPr lang="en-US" sz="240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làm</a:t>
            </a:r>
            <a:r>
              <a:rPr lang="en-US" sz="2400" dirty="0" spc="-5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việc</a:t>
            </a:r>
            <a:r>
              <a:rPr lang="en-US" sz="240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4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</a:t>
            </a:r>
            <a:r>
              <a:rPr lang="en-US" sz="2400" dirty="0" spc="-1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agent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371600" y="4762500"/>
            <a:ext cx="7086600" cy="3619500"/>
          </a:xfrm>
          <a:prstGeom prst="rect">
            <a:avLst/>
          </a:prstGeom>
          <a:noFill/>
          <a:ln/>
        </p:spPr>
        <p:txBody>
          <a:bodyPr wrap="square" lIns="0" tIns="-2715" rIns="0" bIns="2715" rtlCol="0" anchor="t"/>
          <a:lstStyle/>
          <a:p>
            <a:pPr algn="l" indent="0" marL="0">
              <a:lnSpc>
                <a:spcPts val="4275"/>
              </a:lnSpc>
              <a:spcAft>
                <a:spcPts val="300"/>
              </a:spcAft>
              <a:buNone/>
            </a:pPr>
            <a:r>
              <a:rPr lang="en-US" sz="2850" b="1" dirty="0" spc="-4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Tuần</a:t>
            </a:r>
            <a:r>
              <a:rPr lang="en-US" sz="285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tự</a:t>
            </a:r>
            <a:endParaRPr lang="en-US" sz="2850" dirty="0"/>
          </a:p>
          <a:p>
            <a:pPr algn="l" indent="0" marL="0">
              <a:lnSpc>
                <a:spcPts val="4275"/>
              </a:lnSpc>
              <a:spcAft>
                <a:spcPts val="300"/>
              </a:spcAft>
              <a:buNone/>
            </a:pPr>
            <a:r>
              <a:rPr lang="en-US" sz="2850" b="1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Đồng</a:t>
            </a:r>
            <a:r>
              <a:rPr lang="en-US" sz="285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thời</a:t>
            </a:r>
            <a:endParaRPr lang="en-US" sz="2850" dirty="0"/>
          </a:p>
          <a:p>
            <a:pPr algn="l" indent="0" marL="0">
              <a:lnSpc>
                <a:spcPts val="4275"/>
              </a:lnSpc>
              <a:spcAft>
                <a:spcPts val="300"/>
              </a:spcAft>
              <a:buNone/>
            </a:pPr>
            <a:r>
              <a:rPr lang="en-US" sz="2850" b="1" dirty="0" spc="-6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Trò</a:t>
            </a:r>
            <a:r>
              <a:rPr lang="en-US" sz="2850" b="1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chuyện</a:t>
            </a:r>
            <a:r>
              <a:rPr lang="en-US" sz="285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nhóm</a:t>
            </a:r>
            <a:endParaRPr lang="en-US" sz="2850" dirty="0"/>
          </a:p>
          <a:p>
            <a:pPr algn="l" indent="0" marL="0">
              <a:lnSpc>
                <a:spcPts val="4275"/>
              </a:lnSpc>
              <a:buNone/>
            </a:pPr>
            <a:r>
              <a:rPr lang="en-US" sz="2850" b="1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Bàn</a:t>
            </a:r>
            <a:r>
              <a:rPr lang="en-US" sz="2850" b="1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giao</a:t>
            </a:r>
            <a:pPr algn="l" indent="0" marL="0">
              <a:lnSpc>
                <a:spcPts val="4275"/>
              </a:lnSpc>
              <a:buNone/>
            </a:pPr>
            <a:r>
              <a:rPr lang="en-US" sz="2850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2850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4275"/>
              </a:lnSpc>
              <a:buNone/>
            </a:pPr>
            <a:r>
              <a:rPr lang="en-US" sz="285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Magnetic</a:t>
            </a:r>
            <a:endParaRPr lang="en-US" sz="2850" dirty="0"/>
          </a:p>
        </p:txBody>
      </p:sp>
      <p:sp>
        <p:nvSpPr>
          <p:cNvPr id="8" name="Shape 6"/>
          <p:cNvSpPr/>
          <p:nvPr/>
        </p:nvSpPr>
        <p:spPr>
          <a:xfrm>
            <a:off x="9372600" y="2762250"/>
            <a:ext cx="8001000" cy="5905500"/>
          </a:xfrm>
          <a:prstGeom prst="roundRect">
            <a:avLst>
              <a:gd name="adj" fmla="val 4516"/>
            </a:avLst>
          </a:prstGeom>
          <a:solidFill>
            <a:srgbClr val="0F766E"/>
          </a:solidFill>
          <a:ln/>
        </p:spPr>
      </p:sp>
      <p:sp>
        <p:nvSpPr>
          <p:cNvPr id="9" name="Text 7"/>
          <p:cNvSpPr/>
          <p:nvPr/>
        </p:nvSpPr>
        <p:spPr>
          <a:xfrm>
            <a:off x="9829800" y="3143250"/>
            <a:ext cx="70866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dirty="0" spc="-4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Đưa</a:t>
            </a:r>
            <a:r>
              <a:rPr lang="en-US" sz="4200" dirty="0" spc="-3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vào</a:t>
            </a:r>
            <a:r>
              <a:rPr lang="en-US" sz="42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sản</a:t>
            </a:r>
            <a:r>
              <a:rPr lang="en-US" sz="42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xuất</a:t>
            </a:r>
            <a:endParaRPr lang="en-US" sz="4200" dirty="0"/>
          </a:p>
        </p:txBody>
      </p:sp>
      <p:sp>
        <p:nvSpPr>
          <p:cNvPr id="10" name="Text 8"/>
          <p:cNvSpPr/>
          <p:nvPr/>
        </p:nvSpPr>
        <p:spPr>
          <a:xfrm>
            <a:off x="9829800" y="4095750"/>
            <a:ext cx="70866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 spc="3" kern="0">
                <a:solidFill>
                  <a:srgbClr val="CFE8E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Bốn</a:t>
            </a:r>
            <a:r>
              <a:rPr lang="en-US" sz="2400" dirty="0" spc="0" kern="0">
                <a:solidFill>
                  <a:srgbClr val="CFE8E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tính</a:t>
            </a:r>
            <a:r>
              <a:rPr lang="en-US" sz="2400" dirty="0" spc="3" kern="0">
                <a:solidFill>
                  <a:srgbClr val="CFE8E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năng</a:t>
            </a:r>
            <a:r>
              <a:rPr lang="en-US" sz="2400" dirty="0" spc="32" kern="0">
                <a:solidFill>
                  <a:srgbClr val="CFE8E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</a:t>
            </a:r>
            <a:r>
              <a:rPr lang="en-US" sz="2400" dirty="0" spc="-27" kern="0">
                <a:solidFill>
                  <a:srgbClr val="CFE8E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kèm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9829800" y="4762500"/>
            <a:ext cx="7086600" cy="3619500"/>
          </a:xfrm>
          <a:prstGeom prst="rect">
            <a:avLst/>
          </a:prstGeom>
          <a:noFill/>
          <a:ln/>
        </p:spPr>
        <p:txBody>
          <a:bodyPr wrap="square" lIns="0" tIns="-2715" rIns="0" bIns="2715" rtlCol="0" anchor="t"/>
          <a:lstStyle/>
          <a:p>
            <a:pPr algn="l" indent="0" marL="0">
              <a:lnSpc>
                <a:spcPts val="4275"/>
              </a:lnSpc>
              <a:spcAft>
                <a:spcPts val="300"/>
              </a:spcAft>
              <a:buNone/>
            </a:pPr>
            <a:r>
              <a:rPr lang="en-US" sz="2850" b="1" dirty="0" spc="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Quan</a:t>
            </a:r>
            <a:r>
              <a:rPr lang="en-US" sz="2850" b="1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sát</a:t>
            </a:r>
            <a:endParaRPr lang="en-US" sz="2850" dirty="0"/>
          </a:p>
          <a:p>
            <a:pPr algn="l" indent="0" marL="0">
              <a:lnSpc>
                <a:spcPts val="4275"/>
              </a:lnSpc>
              <a:spcAft>
                <a:spcPts val="300"/>
              </a:spcAft>
              <a:buNone/>
            </a:pPr>
            <a:r>
              <a:rPr lang="en-US" sz="2850" b="1" dirty="0" spc="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Bảo</a:t>
            </a:r>
            <a:r>
              <a:rPr lang="en-US" sz="2850" b="1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mật</a:t>
            </a:r>
            <a:endParaRPr lang="en-US" sz="2850" dirty="0"/>
          </a:p>
          <a:p>
            <a:pPr algn="l" indent="0" marL="0">
              <a:lnSpc>
                <a:spcPts val="4275"/>
              </a:lnSpc>
              <a:spcAft>
                <a:spcPts val="300"/>
              </a:spcAft>
              <a:buNone/>
            </a:pPr>
            <a:r>
              <a:rPr lang="en-US" sz="2850" b="1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Bền</a:t>
            </a:r>
            <a:r>
              <a:rPr lang="en-US" sz="285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bỉ</a:t>
            </a:r>
            <a:endParaRPr lang="en-US" sz="2850" dirty="0"/>
          </a:p>
          <a:p>
            <a:pPr algn="l" indent="0" marL="0">
              <a:lnSpc>
                <a:spcPts val="4275"/>
              </a:lnSpc>
              <a:buNone/>
            </a:pPr>
            <a:r>
              <a:rPr lang="en-US" sz="285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Kiểm</a:t>
            </a:r>
            <a:r>
              <a:rPr lang="en-US" sz="2850" b="1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soát</a:t>
            </a:r>
            <a:endParaRPr lang="en-US" sz="2850" dirty="0"/>
          </a:p>
        </p:txBody>
      </p:sp>
      <p:sp>
        <p:nvSpPr>
          <p:cNvPr id="12" name="Shape 10"/>
          <p:cNvSpPr/>
          <p:nvPr/>
        </p:nvSpPr>
        <p:spPr>
          <a:xfrm>
            <a:off x="847725" y="966787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13" name="Shape 11"/>
          <p:cNvSpPr/>
          <p:nvPr/>
        </p:nvSpPr>
        <p:spPr>
          <a:xfrm>
            <a:off x="1114425" y="966787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14" name="Shape 12"/>
          <p:cNvSpPr/>
          <p:nvPr/>
        </p:nvSpPr>
        <p:spPr>
          <a:xfrm>
            <a:off x="1381125" y="9667875"/>
            <a:ext cx="133350" cy="13335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15" name="Shape 13"/>
          <p:cNvSpPr/>
          <p:nvPr/>
        </p:nvSpPr>
        <p:spPr>
          <a:xfrm>
            <a:off x="1647825" y="966787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16" name="Shape 14"/>
          <p:cNvSpPr/>
          <p:nvPr/>
        </p:nvSpPr>
        <p:spPr>
          <a:xfrm>
            <a:off x="1914525" y="966787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17" name="Shape 15"/>
          <p:cNvSpPr/>
          <p:nvPr/>
        </p:nvSpPr>
        <p:spPr>
          <a:xfrm>
            <a:off x="2181225" y="966787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18" name="Shape 16"/>
          <p:cNvSpPr/>
          <p:nvPr/>
        </p:nvSpPr>
        <p:spPr>
          <a:xfrm>
            <a:off x="2447925" y="966787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19" name="Shape 17"/>
          <p:cNvSpPr/>
          <p:nvPr/>
        </p:nvSpPr>
        <p:spPr>
          <a:xfrm>
            <a:off x="2714625" y="966787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20" name="Shape 18"/>
          <p:cNvSpPr/>
          <p:nvPr/>
        </p:nvSpPr>
        <p:spPr>
          <a:xfrm>
            <a:off x="2981325" y="966787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21" name="Shape 19"/>
          <p:cNvSpPr/>
          <p:nvPr/>
        </p:nvSpPr>
        <p:spPr>
          <a:xfrm>
            <a:off x="3248025" y="966787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22" name="Shape 20"/>
          <p:cNvSpPr/>
          <p:nvPr/>
        </p:nvSpPr>
        <p:spPr>
          <a:xfrm>
            <a:off x="3514725" y="966787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23" name="Text 21"/>
          <p:cNvSpPr/>
          <p:nvPr/>
        </p:nvSpPr>
        <p:spPr>
          <a:xfrm>
            <a:off x="4191000" y="9582150"/>
            <a:ext cx="8572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AI</a:t>
            </a:r>
            <a:r>
              <a:rPr lang="en-US" sz="1650" dirty="0" spc="-15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Agent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165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mới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14</a:t>
            </a:r>
            <a:r>
              <a:rPr lang="en-US" sz="16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 03/11</a:t>
            </a:r>
            <a:endParaRPr lang="en-US" sz="1650" dirty="0"/>
          </a:p>
        </p:txBody>
      </p:sp>
      <p:sp>
        <p:nvSpPr>
          <p:cNvPr id="24" name="Shape 22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5" name="Moda image moda-export-watermark-81c555d4-7616-4c7b-9521-88451abd7363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00100"/>
            <a:ext cx="14287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5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KHÁI</a:t>
            </a:r>
            <a:r>
              <a:rPr lang="en-US" sz="1950" b="1" spc="223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NIỆM</a:t>
            </a:r>
            <a:r>
              <a:rPr lang="en-US" sz="1950" b="1" spc="227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</a:t>
            </a:r>
            <a:r>
              <a:rPr lang="en-US" sz="1950" b="1" spc="221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950" b="1" spc="225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MAF LÀ</a:t>
            </a:r>
            <a:r>
              <a:rPr lang="en-US" sz="1950" b="1" spc="228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GÌ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238250"/>
            <a:ext cx="16459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900" dirty="0" spc="-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MAF</a:t>
            </a:r>
            <a:r>
              <a:rPr lang="en-US" sz="69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không</a:t>
            </a:r>
            <a:r>
              <a:rPr lang="en-US" sz="69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bó</a:t>
            </a:r>
            <a:r>
              <a:rPr lang="en-US" sz="6900" dirty="0" spc="-5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vào</a:t>
            </a:r>
            <a:r>
              <a:rPr lang="en-US" sz="6900" dirty="0" spc="-1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một</a:t>
            </a:r>
            <a:r>
              <a:rPr lang="en-US" sz="6900" dirty="0" spc="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nền</a:t>
            </a:r>
            <a:r>
              <a:rPr lang="en-US" sz="6900" dirty="0" spc="-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tảng</a:t>
            </a:r>
            <a:endParaRPr lang="en-US" sz="6900" dirty="0"/>
          </a:p>
        </p:txBody>
      </p:sp>
      <p:sp>
        <p:nvSpPr>
          <p:cNvPr id="4" name="Connector line-1792492876335-241519973"/>
          <p:cNvSpPr/>
          <p:nvPr/>
        </p:nvSpPr>
        <p:spPr>
          <a:xfrm flipH="1" flipV="1">
            <a:off x="7010400" y="4000500"/>
            <a:ext cx="2133600" cy="1428750"/>
          </a:xfrm>
          <a:prstGeom prst="line">
            <a:avLst/>
          </a:prstGeom>
          <a:noFill/>
          <a:ln w="47625">
            <a:solidFill>
              <a:srgbClr val="3DD6A0"/>
            </a:solidFill>
            <a:prstDash val="solid"/>
            <a:headEnd type="none"/>
            <a:tailEnd type="none"/>
          </a:ln>
        </p:spPr>
      </p:sp>
      <p:sp>
        <p:nvSpPr>
          <p:cNvPr id="5" name="Connector line-1792492876335-134993348"/>
          <p:cNvSpPr/>
          <p:nvPr/>
        </p:nvSpPr>
        <p:spPr>
          <a:xfrm flipV="1">
            <a:off x="9144000" y="4000500"/>
            <a:ext cx="2133600" cy="1428750"/>
          </a:xfrm>
          <a:prstGeom prst="line">
            <a:avLst/>
          </a:prstGeom>
          <a:noFill/>
          <a:ln w="47625">
            <a:solidFill>
              <a:srgbClr val="3DD6A0"/>
            </a:solidFill>
            <a:prstDash val="solid"/>
            <a:headEnd type="none"/>
            <a:tailEnd type="none"/>
          </a:ln>
        </p:spPr>
      </p:sp>
      <p:sp>
        <p:nvSpPr>
          <p:cNvPr id="6" name="Connector line-1792492876336-700884729"/>
          <p:cNvSpPr/>
          <p:nvPr/>
        </p:nvSpPr>
        <p:spPr>
          <a:xfrm flipH="1">
            <a:off x="7010400" y="5429250"/>
            <a:ext cx="2133600" cy="2000250"/>
          </a:xfrm>
          <a:prstGeom prst="line">
            <a:avLst/>
          </a:prstGeom>
          <a:noFill/>
          <a:ln w="47625">
            <a:solidFill>
              <a:srgbClr val="3DD6A0"/>
            </a:solidFill>
            <a:prstDash val="solid"/>
            <a:headEnd type="none"/>
            <a:tailEnd type="none"/>
          </a:ln>
        </p:spPr>
      </p:sp>
      <p:sp>
        <p:nvSpPr>
          <p:cNvPr id="7" name="Connector line-1792492876336-315225733"/>
          <p:cNvSpPr/>
          <p:nvPr/>
        </p:nvSpPr>
        <p:spPr>
          <a:xfrm>
            <a:off x="9144000" y="5429250"/>
            <a:ext cx="2133600" cy="2000250"/>
          </a:xfrm>
          <a:prstGeom prst="line">
            <a:avLst/>
          </a:prstGeom>
          <a:noFill/>
          <a:ln w="47625">
            <a:solidFill>
              <a:srgbClr val="3DD6A0"/>
            </a:solidFill>
            <a:prstDash val="solid"/>
            <a:headEnd type="none"/>
            <a:tailEnd type="none"/>
          </a:ln>
        </p:spPr>
      </p:sp>
      <p:sp>
        <p:nvSpPr>
          <p:cNvPr id="8" name="Shape 6"/>
          <p:cNvSpPr/>
          <p:nvPr/>
        </p:nvSpPr>
        <p:spPr>
          <a:xfrm>
            <a:off x="914400" y="2762250"/>
            <a:ext cx="6096000" cy="1809750"/>
          </a:xfrm>
          <a:prstGeom prst="roundRect">
            <a:avLst>
              <a:gd name="adj" fmla="val 14737"/>
            </a:avLst>
          </a:prstGeom>
          <a:solidFill>
            <a:srgbClr val="1E212B"/>
          </a:solidFill>
          <a:ln w="28575">
            <a:solidFill>
              <a:srgbClr val="3DD6A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295400" y="3009900"/>
            <a:ext cx="5334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b="1" dirty="0" spc="-7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</a:t>
            </a:r>
            <a:r>
              <a:rPr lang="en-US" sz="2550" b="1" dirty="0" spc="-5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phụ</a:t>
            </a:r>
            <a:r>
              <a:rPr lang="en-US" sz="2550" b="1" dirty="0" spc="0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thuộc</a:t>
            </a:r>
            <a:r>
              <a:rPr lang="en-US" sz="2550" b="1" dirty="0" spc="5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đám</a:t>
            </a:r>
            <a:r>
              <a:rPr lang="en-US" sz="2550" b="1" dirty="0" spc="-12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mây</a:t>
            </a:r>
            <a:endParaRPr lang="en-US" sz="2550" dirty="0"/>
          </a:p>
        </p:txBody>
      </p:sp>
      <p:sp>
        <p:nvSpPr>
          <p:cNvPr id="10" name="Text 8"/>
          <p:cNvSpPr/>
          <p:nvPr/>
        </p:nvSpPr>
        <p:spPr>
          <a:xfrm>
            <a:off x="1295400" y="3657600"/>
            <a:ext cx="5334000" cy="762000"/>
          </a:xfrm>
          <a:prstGeom prst="rect">
            <a:avLst/>
          </a:prstGeom>
          <a:noFill/>
          <a:ln/>
        </p:spPr>
        <p:txBody>
          <a:bodyPr wrap="square" lIns="0" tIns="12954" rIns="0" bIns="-12954" rtlCol="0" anchor="t"/>
          <a:lstStyle/>
          <a:p>
            <a:pPr algn="l" indent="0" marL="0">
              <a:lnSpc>
                <a:spcPts val="3120"/>
              </a:lnSpc>
              <a:buNone/>
            </a:pPr>
            <a:r>
              <a:rPr lang="en-US" sz="2400" dirty="0" spc="-9" kern="0">
                <a:solidFill>
                  <a:srgbClr val="E8E0C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Container,</a:t>
            </a:r>
            <a:r>
              <a:rPr lang="en-US" sz="2400" dirty="0" spc="-10" kern="0">
                <a:solidFill>
                  <a:srgbClr val="E8E0C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tại</a:t>
            </a:r>
            <a:r>
              <a:rPr lang="en-US" sz="2400" dirty="0" spc="0" kern="0">
                <a:solidFill>
                  <a:srgbClr val="E8E0C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chỗ,</a:t>
            </a:r>
            <a:r>
              <a:rPr lang="en-US" sz="2400" dirty="0" spc="-1" kern="0">
                <a:solidFill>
                  <a:srgbClr val="E8E0C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nhiều</a:t>
            </a:r>
            <a:r>
              <a:rPr lang="en-US" sz="2400" dirty="0" spc="15" kern="0">
                <a:solidFill>
                  <a:srgbClr val="E8E0C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đám</a:t>
            </a:r>
            <a:r>
              <a:rPr lang="en-US" sz="2400" dirty="0" spc="-6" kern="0">
                <a:solidFill>
                  <a:srgbClr val="E8E0C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mây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11277600" y="2762250"/>
            <a:ext cx="6096000" cy="1809750"/>
          </a:xfrm>
          <a:prstGeom prst="roundRect">
            <a:avLst>
              <a:gd name="adj" fmla="val 14737"/>
            </a:avLst>
          </a:prstGeom>
          <a:solidFill>
            <a:srgbClr val="1E212B"/>
          </a:solidFill>
          <a:ln w="28575">
            <a:solidFill>
              <a:srgbClr val="3DD6A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658600" y="3009900"/>
            <a:ext cx="5334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b="1" dirty="0" spc="-7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</a:t>
            </a:r>
            <a:r>
              <a:rPr lang="en-US" sz="2550" b="1" dirty="0" spc="-5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phụ</a:t>
            </a:r>
            <a:r>
              <a:rPr lang="en-US" sz="2550" b="1" dirty="0" spc="0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thuộc</a:t>
            </a:r>
            <a:r>
              <a:rPr lang="en-US" sz="2550" b="1" dirty="0" spc="-4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nhà</a:t>
            </a:r>
            <a:r>
              <a:rPr lang="en-US" sz="2550" b="1" dirty="0" spc="-1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cung</a:t>
            </a:r>
            <a:r>
              <a:rPr lang="en-US" sz="2550" b="1" dirty="0" spc="0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cấp</a:t>
            </a:r>
            <a:endParaRPr lang="en-US" sz="2550" dirty="0"/>
          </a:p>
        </p:txBody>
      </p:sp>
      <p:sp>
        <p:nvSpPr>
          <p:cNvPr id="13" name="Text 11"/>
          <p:cNvSpPr/>
          <p:nvPr/>
        </p:nvSpPr>
        <p:spPr>
          <a:xfrm>
            <a:off x="11658600" y="3657600"/>
            <a:ext cx="5334000" cy="762000"/>
          </a:xfrm>
          <a:prstGeom prst="rect">
            <a:avLst/>
          </a:prstGeom>
          <a:noFill/>
          <a:ln/>
        </p:spPr>
        <p:txBody>
          <a:bodyPr wrap="square" lIns="0" tIns="12954" rIns="0" bIns="-12954" rtlCol="0" anchor="t"/>
          <a:lstStyle/>
          <a:p>
            <a:pPr algn="l" indent="0" marL="0">
              <a:lnSpc>
                <a:spcPts val="3120"/>
              </a:lnSpc>
              <a:buNone/>
            </a:pPr>
            <a:r>
              <a:rPr lang="en-US" sz="2400" dirty="0" spc="-18" kern="0">
                <a:solidFill>
                  <a:srgbClr val="E8E0C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Azure</a:t>
            </a:r>
            <a:r>
              <a:rPr lang="en-US" sz="2400" dirty="0" spc="-1" kern="0">
                <a:solidFill>
                  <a:srgbClr val="E8E0C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OpenAI,</a:t>
            </a:r>
            <a:r>
              <a:rPr lang="en-US" sz="2400" dirty="0" spc="-2" kern="0">
                <a:solidFill>
                  <a:srgbClr val="E8E0C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OpenAI</a:t>
            </a:r>
            <a:r>
              <a:rPr lang="en-US" sz="2400" dirty="0" spc="-16" kern="0">
                <a:solidFill>
                  <a:srgbClr val="E8E0C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400" dirty="0" spc="0" kern="0">
                <a:solidFill>
                  <a:srgbClr val="E8E0C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SDK khác</a:t>
            </a:r>
            <a:endParaRPr lang="en-US" sz="2400" dirty="0"/>
          </a:p>
        </p:txBody>
      </p:sp>
      <p:sp>
        <p:nvSpPr>
          <p:cNvPr id="14" name="Shape 12"/>
          <p:cNvSpPr/>
          <p:nvPr/>
        </p:nvSpPr>
        <p:spPr>
          <a:xfrm>
            <a:off x="914400" y="6477000"/>
            <a:ext cx="6096000" cy="1809750"/>
          </a:xfrm>
          <a:prstGeom prst="roundRect">
            <a:avLst>
              <a:gd name="adj" fmla="val 14737"/>
            </a:avLst>
          </a:prstGeom>
          <a:solidFill>
            <a:srgbClr val="1E212B"/>
          </a:solidFill>
          <a:ln w="28575">
            <a:solidFill>
              <a:srgbClr val="3DD6A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295400" y="6724650"/>
            <a:ext cx="5334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 spc="2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Chuẩn</a:t>
            </a:r>
            <a:r>
              <a:rPr lang="en-US" sz="3000" b="1" dirty="0" spc="-6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mở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1295400" y="7372350"/>
            <a:ext cx="5334000" cy="762000"/>
          </a:xfrm>
          <a:prstGeom prst="rect">
            <a:avLst/>
          </a:prstGeom>
          <a:noFill/>
          <a:ln/>
        </p:spPr>
        <p:txBody>
          <a:bodyPr wrap="square" lIns="0" tIns="12440" rIns="0" bIns="-12440" rtlCol="0" anchor="t"/>
          <a:lstStyle/>
          <a:p>
            <a:pPr algn="l" indent="0" marL="0">
              <a:lnSpc>
                <a:spcPts val="2998"/>
              </a:lnSpc>
              <a:buNone/>
            </a:pPr>
            <a:r>
              <a:rPr lang="en-US" sz="2306" dirty="0" spc="-1" kern="0">
                <a:solidFill>
                  <a:srgbClr val="E8E0C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A2A,</a:t>
            </a:r>
            <a:r>
              <a:rPr lang="en-US" sz="2306" dirty="0" spc="0" kern="0">
                <a:solidFill>
                  <a:srgbClr val="E8E0C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MCP:</a:t>
            </a:r>
            <a:r>
              <a:rPr lang="en-US" sz="2306" dirty="0" spc="1" kern="0">
                <a:solidFill>
                  <a:srgbClr val="E8E0C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</a:t>
            </a:r>
            <a:r>
              <a:rPr lang="en-US" sz="2306" dirty="0" spc="-14" kern="0">
                <a:solidFill>
                  <a:srgbClr val="E8E0C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agent,</a:t>
            </a:r>
            <a:r>
              <a:rPr lang="en-US" sz="2306" dirty="0" spc="0" kern="0">
                <a:solidFill>
                  <a:srgbClr val="E8E0C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công</a:t>
            </a:r>
            <a:r>
              <a:rPr lang="en-US" sz="2306" dirty="0" spc="2" kern="0">
                <a:solidFill>
                  <a:srgbClr val="E8E0C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cụ khác</a:t>
            </a:r>
            <a:endParaRPr lang="en-US" sz="2306" dirty="0"/>
          </a:p>
        </p:txBody>
      </p:sp>
      <p:sp>
        <p:nvSpPr>
          <p:cNvPr id="17" name="Shape 15"/>
          <p:cNvSpPr/>
          <p:nvPr/>
        </p:nvSpPr>
        <p:spPr>
          <a:xfrm>
            <a:off x="11277600" y="6477000"/>
            <a:ext cx="6096000" cy="1809750"/>
          </a:xfrm>
          <a:prstGeom prst="roundRect">
            <a:avLst>
              <a:gd name="adj" fmla="val 14737"/>
            </a:avLst>
          </a:prstGeom>
          <a:solidFill>
            <a:srgbClr val="1E212B"/>
          </a:solidFill>
          <a:ln w="28575">
            <a:solidFill>
              <a:srgbClr val="3DD6A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1658600" y="6724650"/>
            <a:ext cx="5334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 spc="0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Plugin</a:t>
            </a:r>
            <a:r>
              <a:rPr lang="en-US" sz="3000" b="1" dirty="0" spc="-27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3000" b="1" dirty="0" spc="-10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connector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11658600" y="7372350"/>
            <a:ext cx="5334000" cy="762000"/>
          </a:xfrm>
          <a:prstGeom prst="rect">
            <a:avLst/>
          </a:prstGeom>
          <a:noFill/>
          <a:ln/>
        </p:spPr>
        <p:txBody>
          <a:bodyPr wrap="square" lIns="0" tIns="12507" rIns="0" bIns="-12507" rtlCol="0" anchor="t"/>
          <a:lstStyle/>
          <a:p>
            <a:pPr algn="l" indent="0" marL="0">
              <a:lnSpc>
                <a:spcPts val="3015"/>
              </a:lnSpc>
              <a:buNone/>
            </a:pPr>
            <a:r>
              <a:rPr lang="en-US" sz="2319" dirty="0" spc="-10" kern="0">
                <a:solidFill>
                  <a:srgbClr val="E8E0C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Fabric,</a:t>
            </a:r>
            <a:r>
              <a:rPr lang="en-US" sz="2319" dirty="0" spc="-14" kern="0">
                <a:solidFill>
                  <a:srgbClr val="E8E0C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SharePoint,</a:t>
            </a:r>
            <a:r>
              <a:rPr lang="en-US" sz="2319" dirty="0" spc="0" kern="0">
                <a:solidFill>
                  <a:srgbClr val="E8E0C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Pinecone,</a:t>
            </a:r>
            <a:r>
              <a:rPr lang="en-US" sz="2319" dirty="0" spc="-19" kern="0">
                <a:solidFill>
                  <a:srgbClr val="E8E0C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Qdrant</a:t>
            </a:r>
            <a:endParaRPr lang="en-US" sz="2319" dirty="0"/>
          </a:p>
        </p:txBody>
      </p:sp>
      <p:sp>
        <p:nvSpPr>
          <p:cNvPr id="20" name="Shape 18"/>
          <p:cNvSpPr/>
          <p:nvPr/>
        </p:nvSpPr>
        <p:spPr>
          <a:xfrm>
            <a:off x="7715250" y="4000500"/>
            <a:ext cx="2857500" cy="2857500"/>
          </a:xfrm>
          <a:prstGeom prst="ellipse">
            <a:avLst/>
          </a:prstGeom>
          <a:solidFill>
            <a:srgbClr val="3DD6A0"/>
          </a:solidFill>
          <a:ln/>
        </p:spPr>
      </p:sp>
      <p:sp>
        <p:nvSpPr>
          <p:cNvPr id="21" name="Text 19"/>
          <p:cNvSpPr/>
          <p:nvPr/>
        </p:nvSpPr>
        <p:spPr>
          <a:xfrm>
            <a:off x="7715250" y="5048250"/>
            <a:ext cx="28575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983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MAF</a:t>
            </a:r>
            <a:endParaRPr lang="en-US" sz="4983" dirty="0"/>
          </a:p>
        </p:txBody>
      </p:sp>
      <p:sp>
        <p:nvSpPr>
          <p:cNvPr id="22" name="Text 20"/>
          <p:cNvSpPr/>
          <p:nvPr/>
        </p:nvSpPr>
        <p:spPr>
          <a:xfrm>
            <a:off x="7715250" y="5886450"/>
            <a:ext cx="2857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50" dirty="0" spc="-2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Agent</a:t>
            </a:r>
            <a:r>
              <a:rPr lang="en-US" sz="1950" dirty="0" spc="-2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Framework</a:t>
            </a:r>
            <a:endParaRPr lang="en-US" sz="1950" dirty="0"/>
          </a:p>
        </p:txBody>
      </p:sp>
      <p:sp>
        <p:nvSpPr>
          <p:cNvPr id="23" name="Shape 21"/>
          <p:cNvSpPr/>
          <p:nvPr/>
        </p:nvSpPr>
        <p:spPr>
          <a:xfrm>
            <a:off x="847725" y="9667875"/>
            <a:ext cx="133350" cy="133350"/>
          </a:xfrm>
          <a:prstGeom prst="ellipse">
            <a:avLst/>
          </a:prstGeom>
          <a:solidFill>
            <a:srgbClr val="3B4052"/>
          </a:solidFill>
          <a:ln/>
        </p:spPr>
      </p:sp>
      <p:sp>
        <p:nvSpPr>
          <p:cNvPr id="24" name="Shape 22"/>
          <p:cNvSpPr/>
          <p:nvPr/>
        </p:nvSpPr>
        <p:spPr>
          <a:xfrm>
            <a:off x="1114425" y="9667875"/>
            <a:ext cx="133350" cy="133350"/>
          </a:xfrm>
          <a:prstGeom prst="ellipse">
            <a:avLst/>
          </a:prstGeom>
          <a:solidFill>
            <a:srgbClr val="3B4052"/>
          </a:solidFill>
          <a:ln/>
        </p:spPr>
      </p:sp>
      <p:sp>
        <p:nvSpPr>
          <p:cNvPr id="25" name="Shape 23"/>
          <p:cNvSpPr/>
          <p:nvPr/>
        </p:nvSpPr>
        <p:spPr>
          <a:xfrm>
            <a:off x="1381125" y="9667875"/>
            <a:ext cx="133350" cy="133350"/>
          </a:xfrm>
          <a:prstGeom prst="ellipse">
            <a:avLst/>
          </a:prstGeom>
          <a:solidFill>
            <a:srgbClr val="3B4052"/>
          </a:solidFill>
          <a:ln/>
        </p:spPr>
      </p:sp>
      <p:sp>
        <p:nvSpPr>
          <p:cNvPr id="26" name="Shape 24"/>
          <p:cNvSpPr/>
          <p:nvPr/>
        </p:nvSpPr>
        <p:spPr>
          <a:xfrm>
            <a:off x="1647825" y="9667875"/>
            <a:ext cx="133350" cy="13335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27" name="Shape 25"/>
          <p:cNvSpPr/>
          <p:nvPr/>
        </p:nvSpPr>
        <p:spPr>
          <a:xfrm>
            <a:off x="1914525" y="9667875"/>
            <a:ext cx="133350" cy="133350"/>
          </a:xfrm>
          <a:prstGeom prst="ellipse">
            <a:avLst/>
          </a:prstGeom>
          <a:solidFill>
            <a:srgbClr val="3B4052"/>
          </a:solidFill>
          <a:ln/>
        </p:spPr>
      </p:sp>
      <p:sp>
        <p:nvSpPr>
          <p:cNvPr id="28" name="Shape 26"/>
          <p:cNvSpPr/>
          <p:nvPr/>
        </p:nvSpPr>
        <p:spPr>
          <a:xfrm>
            <a:off x="2181225" y="9667875"/>
            <a:ext cx="133350" cy="133350"/>
          </a:xfrm>
          <a:prstGeom prst="ellipse">
            <a:avLst/>
          </a:prstGeom>
          <a:solidFill>
            <a:srgbClr val="3B4052"/>
          </a:solidFill>
          <a:ln/>
        </p:spPr>
      </p:sp>
      <p:sp>
        <p:nvSpPr>
          <p:cNvPr id="29" name="Shape 27"/>
          <p:cNvSpPr/>
          <p:nvPr/>
        </p:nvSpPr>
        <p:spPr>
          <a:xfrm>
            <a:off x="2447925" y="9667875"/>
            <a:ext cx="133350" cy="133350"/>
          </a:xfrm>
          <a:prstGeom prst="ellipse">
            <a:avLst/>
          </a:prstGeom>
          <a:solidFill>
            <a:srgbClr val="3B4052"/>
          </a:solidFill>
          <a:ln/>
        </p:spPr>
      </p:sp>
      <p:sp>
        <p:nvSpPr>
          <p:cNvPr id="30" name="Shape 28"/>
          <p:cNvSpPr/>
          <p:nvPr/>
        </p:nvSpPr>
        <p:spPr>
          <a:xfrm>
            <a:off x="2714625" y="9667875"/>
            <a:ext cx="133350" cy="133350"/>
          </a:xfrm>
          <a:prstGeom prst="ellipse">
            <a:avLst/>
          </a:prstGeom>
          <a:solidFill>
            <a:srgbClr val="3B4052"/>
          </a:solidFill>
          <a:ln/>
        </p:spPr>
      </p:sp>
      <p:sp>
        <p:nvSpPr>
          <p:cNvPr id="31" name="Shape 29"/>
          <p:cNvSpPr/>
          <p:nvPr/>
        </p:nvSpPr>
        <p:spPr>
          <a:xfrm>
            <a:off x="2981325" y="9667875"/>
            <a:ext cx="133350" cy="133350"/>
          </a:xfrm>
          <a:prstGeom prst="ellipse">
            <a:avLst/>
          </a:prstGeom>
          <a:solidFill>
            <a:srgbClr val="3B4052"/>
          </a:solidFill>
          <a:ln/>
        </p:spPr>
      </p:sp>
      <p:sp>
        <p:nvSpPr>
          <p:cNvPr id="32" name="Shape 30"/>
          <p:cNvSpPr/>
          <p:nvPr/>
        </p:nvSpPr>
        <p:spPr>
          <a:xfrm>
            <a:off x="3248025" y="9667875"/>
            <a:ext cx="133350" cy="133350"/>
          </a:xfrm>
          <a:prstGeom prst="ellipse">
            <a:avLst/>
          </a:prstGeom>
          <a:solidFill>
            <a:srgbClr val="3B4052"/>
          </a:solidFill>
          <a:ln/>
        </p:spPr>
      </p:sp>
      <p:sp>
        <p:nvSpPr>
          <p:cNvPr id="33" name="Shape 31"/>
          <p:cNvSpPr/>
          <p:nvPr/>
        </p:nvSpPr>
        <p:spPr>
          <a:xfrm>
            <a:off x="3514725" y="9667875"/>
            <a:ext cx="133350" cy="133350"/>
          </a:xfrm>
          <a:prstGeom prst="ellipse">
            <a:avLst/>
          </a:prstGeom>
          <a:solidFill>
            <a:srgbClr val="3B4052"/>
          </a:solidFill>
          <a:ln/>
        </p:spPr>
      </p:sp>
      <p:sp>
        <p:nvSpPr>
          <p:cNvPr id="34" name="Text 32"/>
          <p:cNvSpPr/>
          <p:nvPr/>
        </p:nvSpPr>
        <p:spPr>
          <a:xfrm>
            <a:off x="4191000" y="9582150"/>
            <a:ext cx="8572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1" kern="0">
                <a:solidFill>
                  <a:srgbClr val="9A978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AI</a:t>
            </a:r>
            <a:r>
              <a:rPr lang="en-US" sz="1650" dirty="0" spc="-15" kern="0">
                <a:solidFill>
                  <a:srgbClr val="9A978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Agent</a:t>
            </a:r>
            <a:r>
              <a:rPr lang="en-US" sz="1650" dirty="0" spc="0" kern="0">
                <a:solidFill>
                  <a:srgbClr val="9A978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1650" dirty="0" spc="4" kern="0">
                <a:solidFill>
                  <a:srgbClr val="9A978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1650" dirty="0" spc="0" kern="0">
                <a:solidFill>
                  <a:srgbClr val="9A978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mới ·</a:t>
            </a:r>
            <a:r>
              <a:rPr lang="en-US" sz="1650" dirty="0" spc="1" kern="0">
                <a:solidFill>
                  <a:srgbClr val="9A978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0" kern="0">
                <a:solidFill>
                  <a:srgbClr val="9A978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14</a:t>
            </a:r>
            <a:r>
              <a:rPr lang="en-US" sz="1650" dirty="0" spc="-1" kern="0">
                <a:solidFill>
                  <a:srgbClr val="9A978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978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04/11</a:t>
            </a:r>
            <a:endParaRPr lang="en-US" sz="1650" dirty="0"/>
          </a:p>
        </p:txBody>
      </p:sp>
      <p:sp>
        <p:nvSpPr>
          <p:cNvPr id="35" name="Shape 33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6" name="Moda image moda-export-watermark-41b26497-3d9c-4f16-8492-3108c6a73835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00100"/>
            <a:ext cx="14287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5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KHÁI</a:t>
            </a:r>
            <a:r>
              <a:rPr lang="en-US" sz="1950" b="1" spc="223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NIỆM 2</a:t>
            </a:r>
            <a:r>
              <a:rPr lang="en-US" sz="1950" b="1" spc="221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950" b="1" spc="214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AGENT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238250"/>
            <a:ext cx="16459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900" dirty="0" spc="-16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Tạo</a:t>
            </a:r>
            <a:r>
              <a:rPr lang="en-US" sz="6900" dirty="0" spc="-2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agent</a:t>
            </a:r>
            <a:r>
              <a:rPr lang="en-US" sz="6900" dirty="0" spc="-2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rồi</a:t>
            </a:r>
            <a:r>
              <a:rPr lang="en-US" sz="69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chạy</a:t>
            </a:r>
            <a:r>
              <a:rPr lang="en-US" sz="6900" dirty="0" spc="-2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agent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2857500"/>
            <a:ext cx="4953000" cy="2476500"/>
          </a:xfrm>
          <a:prstGeom prst="roundRect">
            <a:avLst>
              <a:gd name="adj" fmla="val 10769"/>
            </a:avLst>
          </a:prstGeom>
          <a:solidFill>
            <a:srgbClr val="F8D9D0"/>
          </a:solidFill>
          <a:ln w="28575">
            <a:solidFill>
              <a:srgbClr val="E8472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95400" y="3143250"/>
            <a:ext cx="4191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150" b="1" dirty="0" spc="0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1.</a:t>
            </a:r>
            <a:r>
              <a:rPr lang="en-US" sz="3150" b="1" dirty="0" spc="-2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Khai</a:t>
            </a:r>
            <a:r>
              <a:rPr lang="en-US" sz="3150" b="1" dirty="0" spc="2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báo</a:t>
            </a:r>
            <a:endParaRPr lang="en-US" sz="3150" dirty="0"/>
          </a:p>
        </p:txBody>
      </p:sp>
      <p:sp>
        <p:nvSpPr>
          <p:cNvPr id="6" name="Text 4"/>
          <p:cNvSpPr/>
          <p:nvPr/>
        </p:nvSpPr>
        <p:spPr>
          <a:xfrm>
            <a:off x="1295400" y="3867150"/>
            <a:ext cx="4191000" cy="133350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Dịch</a:t>
            </a:r>
            <a:r>
              <a:rPr lang="en-US" sz="255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vụ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LLM, chỉ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dẫn</a:t>
            </a:r>
            <a:r>
              <a:rPr lang="en-US" sz="2550" dirty="0" spc="-1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55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550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tên</a:t>
            </a:r>
            <a:endParaRPr lang="en-US" sz="2550" dirty="0"/>
          </a:p>
        </p:txBody>
      </p:sp>
      <p:sp>
        <p:nvSpPr>
          <p:cNvPr id="7" name="Connector line-1792492896877-69668355"/>
          <p:cNvSpPr/>
          <p:nvPr/>
        </p:nvSpPr>
        <p:spPr>
          <a:xfrm>
            <a:off x="5867400" y="4095750"/>
            <a:ext cx="800100" cy="0"/>
          </a:xfrm>
          <a:prstGeom prst="line">
            <a:avLst/>
          </a:prstGeom>
          <a:noFill/>
          <a:ln w="47625">
            <a:solidFill>
              <a:srgbClr val="14161C"/>
            </a:solidFill>
            <a:prstDash val="solid"/>
            <a:headEnd type="none"/>
            <a:tailEnd type="triangle" w="lg" len="lg"/>
          </a:ln>
        </p:spPr>
      </p:sp>
      <p:sp>
        <p:nvSpPr>
          <p:cNvPr id="8" name="Shape 6"/>
          <p:cNvSpPr/>
          <p:nvPr/>
        </p:nvSpPr>
        <p:spPr>
          <a:xfrm>
            <a:off x="6667500" y="2857500"/>
            <a:ext cx="4953000" cy="2476500"/>
          </a:xfrm>
          <a:prstGeom prst="roundRect">
            <a:avLst>
              <a:gd name="adj" fmla="val 10769"/>
            </a:avLst>
          </a:prstGeom>
          <a:solidFill>
            <a:srgbClr val="F8D9D0"/>
          </a:solidFill>
          <a:ln w="28575">
            <a:solidFill>
              <a:srgbClr val="E8472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048500" y="3143250"/>
            <a:ext cx="4191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150" b="1" dirty="0" spc="5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2.</a:t>
            </a:r>
            <a:r>
              <a:rPr lang="en-US" sz="3150" b="1" dirty="0" spc="-77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Tạo</a:t>
            </a:r>
            <a:endParaRPr lang="en-US" sz="3150" dirty="0"/>
          </a:p>
        </p:txBody>
      </p:sp>
      <p:sp>
        <p:nvSpPr>
          <p:cNvPr id="10" name="Text 8"/>
          <p:cNvSpPr/>
          <p:nvPr/>
        </p:nvSpPr>
        <p:spPr>
          <a:xfrm>
            <a:off x="7048500" y="3867150"/>
            <a:ext cx="4191000" cy="133350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Gọi</a:t>
            </a:r>
            <a:r>
              <a:rPr lang="en-US" sz="2550" dirty="0" spc="-2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create_agent</a:t>
            </a:r>
            <a:endParaRPr lang="en-US" sz="2550" dirty="0"/>
          </a:p>
        </p:txBody>
      </p:sp>
      <p:sp>
        <p:nvSpPr>
          <p:cNvPr id="11" name="Connector line-1792492896881-882153553"/>
          <p:cNvSpPr/>
          <p:nvPr/>
        </p:nvSpPr>
        <p:spPr>
          <a:xfrm>
            <a:off x="11620500" y="4095750"/>
            <a:ext cx="800100" cy="0"/>
          </a:xfrm>
          <a:prstGeom prst="line">
            <a:avLst/>
          </a:prstGeom>
          <a:noFill/>
          <a:ln w="47625">
            <a:solidFill>
              <a:srgbClr val="14161C"/>
            </a:solidFill>
            <a:prstDash val="solid"/>
            <a:headEnd type="none"/>
            <a:tailEnd type="triangle" w="lg" len="lg"/>
          </a:ln>
        </p:spPr>
      </p:sp>
      <p:sp>
        <p:nvSpPr>
          <p:cNvPr id="12" name="Shape 10"/>
          <p:cNvSpPr/>
          <p:nvPr/>
        </p:nvSpPr>
        <p:spPr>
          <a:xfrm>
            <a:off x="12420600" y="2857500"/>
            <a:ext cx="4953000" cy="2476500"/>
          </a:xfrm>
          <a:prstGeom prst="roundRect">
            <a:avLst>
              <a:gd name="adj" fmla="val 10769"/>
            </a:avLst>
          </a:prstGeom>
          <a:solidFill>
            <a:srgbClr val="E8472B"/>
          </a:solidFill>
          <a:ln/>
        </p:spPr>
      </p:sp>
      <p:sp>
        <p:nvSpPr>
          <p:cNvPr id="13" name="Text 11"/>
          <p:cNvSpPr/>
          <p:nvPr/>
        </p:nvSpPr>
        <p:spPr>
          <a:xfrm>
            <a:off x="12801600" y="3143250"/>
            <a:ext cx="4191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150" b="1" dirty="0" spc="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3.</a:t>
            </a:r>
            <a:r>
              <a:rPr lang="en-US" sz="3150" b="1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Chạy</a:t>
            </a:r>
            <a:endParaRPr lang="en-US" sz="3150" dirty="0"/>
          </a:p>
        </p:txBody>
      </p:sp>
      <p:sp>
        <p:nvSpPr>
          <p:cNvPr id="14" name="Text 12"/>
          <p:cNvSpPr/>
          <p:nvPr/>
        </p:nvSpPr>
        <p:spPr>
          <a:xfrm>
            <a:off x="12801600" y="3867150"/>
            <a:ext cx="4191000" cy="133350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Gọi</a:t>
            </a:r>
            <a:r>
              <a:rPr lang="en-US" sz="25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run</a:t>
            </a:r>
            <a:r>
              <a:rPr lang="en-US" sz="25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hoặc</a:t>
            </a:r>
            <a:r>
              <a:rPr lang="en-US" sz="2550" dirty="0" spc="-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run_stream</a:t>
            </a:r>
            <a:endParaRPr lang="en-US" sz="2550" dirty="0"/>
          </a:p>
        </p:txBody>
      </p:sp>
      <p:sp>
        <p:nvSpPr>
          <p:cNvPr id="15" name="Shape 13"/>
          <p:cNvSpPr/>
          <p:nvPr/>
        </p:nvSpPr>
        <p:spPr>
          <a:xfrm>
            <a:off x="914400" y="6096000"/>
            <a:ext cx="8001000" cy="1905000"/>
          </a:xfrm>
          <a:prstGeom prst="roundRect">
            <a:avLst>
              <a:gd name="adj" fmla="val 14000"/>
            </a:avLst>
          </a:prstGeom>
          <a:solidFill>
            <a:srgbClr val="E8E0CF"/>
          </a:solidFill>
          <a:ln/>
        </p:spPr>
      </p:sp>
      <p:sp>
        <p:nvSpPr>
          <p:cNvPr id="16" name="Text 14"/>
          <p:cNvSpPr/>
          <p:nvPr/>
        </p:nvSpPr>
        <p:spPr>
          <a:xfrm>
            <a:off x="1333500" y="6381750"/>
            <a:ext cx="71628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run</a:t>
            </a:r>
            <a:endParaRPr lang="en-US" sz="2850" dirty="0"/>
          </a:p>
        </p:txBody>
      </p:sp>
      <p:sp>
        <p:nvSpPr>
          <p:cNvPr id="17" name="Text 15"/>
          <p:cNvSpPr/>
          <p:nvPr/>
        </p:nvSpPr>
        <p:spPr>
          <a:xfrm>
            <a:off x="1333500" y="7010400"/>
            <a:ext cx="71628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Nhận</a:t>
            </a:r>
            <a:r>
              <a:rPr lang="en-US" sz="2550" dirty="0" spc="-2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trọn</a:t>
            </a:r>
            <a:r>
              <a:rPr lang="en-US" sz="25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câu</a:t>
            </a:r>
            <a:r>
              <a:rPr lang="en-US" sz="2550" dirty="0" spc="-2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lời</a:t>
            </a:r>
            <a:r>
              <a:rPr lang="en-US" sz="255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lần</a:t>
            </a:r>
            <a:endParaRPr lang="en-US" sz="2550" dirty="0"/>
          </a:p>
        </p:txBody>
      </p:sp>
      <p:sp>
        <p:nvSpPr>
          <p:cNvPr id="18" name="Shape 16"/>
          <p:cNvSpPr/>
          <p:nvPr/>
        </p:nvSpPr>
        <p:spPr>
          <a:xfrm>
            <a:off x="9372600" y="6096000"/>
            <a:ext cx="8001000" cy="1905000"/>
          </a:xfrm>
          <a:prstGeom prst="roundRect">
            <a:avLst>
              <a:gd name="adj" fmla="val 14000"/>
            </a:avLst>
          </a:prstGeom>
          <a:solidFill>
            <a:srgbClr val="E8E0CF"/>
          </a:solidFill>
          <a:ln/>
        </p:spPr>
      </p:sp>
      <p:sp>
        <p:nvSpPr>
          <p:cNvPr id="19" name="Text 17"/>
          <p:cNvSpPr/>
          <p:nvPr/>
        </p:nvSpPr>
        <p:spPr>
          <a:xfrm>
            <a:off x="9791700" y="6381750"/>
            <a:ext cx="71628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b="1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run_stream</a:t>
            </a:r>
            <a:endParaRPr lang="en-US" sz="2850" dirty="0"/>
          </a:p>
        </p:txBody>
      </p:sp>
      <p:sp>
        <p:nvSpPr>
          <p:cNvPr id="20" name="Text 18"/>
          <p:cNvSpPr/>
          <p:nvPr/>
        </p:nvSpPr>
        <p:spPr>
          <a:xfrm>
            <a:off x="9791700" y="7010400"/>
            <a:ext cx="71628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Nhận</a:t>
            </a:r>
            <a:r>
              <a:rPr lang="en-US" sz="2550" dirty="0" spc="2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từng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phần khi</a:t>
            </a:r>
            <a:r>
              <a:rPr lang="en-US" sz="2550" dirty="0" spc="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đang</a:t>
            </a:r>
            <a:r>
              <a:rPr lang="en-US" sz="2550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tạo</a:t>
            </a:r>
            <a:endParaRPr lang="en-US" sz="2550" dirty="0"/>
          </a:p>
        </p:txBody>
      </p:sp>
      <p:sp>
        <p:nvSpPr>
          <p:cNvPr id="21" name="Shape 19"/>
          <p:cNvSpPr/>
          <p:nvPr/>
        </p:nvSpPr>
        <p:spPr>
          <a:xfrm>
            <a:off x="847725" y="966787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22" name="Shape 20"/>
          <p:cNvSpPr/>
          <p:nvPr/>
        </p:nvSpPr>
        <p:spPr>
          <a:xfrm>
            <a:off x="1114425" y="966787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23" name="Shape 21"/>
          <p:cNvSpPr/>
          <p:nvPr/>
        </p:nvSpPr>
        <p:spPr>
          <a:xfrm>
            <a:off x="1381125" y="966787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24" name="Shape 22"/>
          <p:cNvSpPr/>
          <p:nvPr/>
        </p:nvSpPr>
        <p:spPr>
          <a:xfrm>
            <a:off x="1647825" y="966787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25" name="Shape 23"/>
          <p:cNvSpPr/>
          <p:nvPr/>
        </p:nvSpPr>
        <p:spPr>
          <a:xfrm>
            <a:off x="1914525" y="9667875"/>
            <a:ext cx="133350" cy="13335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26" name="Shape 24"/>
          <p:cNvSpPr/>
          <p:nvPr/>
        </p:nvSpPr>
        <p:spPr>
          <a:xfrm>
            <a:off x="2181225" y="966787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27" name="Shape 25"/>
          <p:cNvSpPr/>
          <p:nvPr/>
        </p:nvSpPr>
        <p:spPr>
          <a:xfrm>
            <a:off x="2447925" y="966787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28" name="Shape 26"/>
          <p:cNvSpPr/>
          <p:nvPr/>
        </p:nvSpPr>
        <p:spPr>
          <a:xfrm>
            <a:off x="2714625" y="966787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29" name="Shape 27"/>
          <p:cNvSpPr/>
          <p:nvPr/>
        </p:nvSpPr>
        <p:spPr>
          <a:xfrm>
            <a:off x="2981325" y="966787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30" name="Shape 28"/>
          <p:cNvSpPr/>
          <p:nvPr/>
        </p:nvSpPr>
        <p:spPr>
          <a:xfrm>
            <a:off x="3248025" y="966787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31" name="Shape 29"/>
          <p:cNvSpPr/>
          <p:nvPr/>
        </p:nvSpPr>
        <p:spPr>
          <a:xfrm>
            <a:off x="3514725" y="966787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32" name="Text 30"/>
          <p:cNvSpPr/>
          <p:nvPr/>
        </p:nvSpPr>
        <p:spPr>
          <a:xfrm>
            <a:off x="4191000" y="9582150"/>
            <a:ext cx="8572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AI</a:t>
            </a:r>
            <a:r>
              <a:rPr lang="en-US" sz="1650" dirty="0" spc="-15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Agent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165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mới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14</a:t>
            </a:r>
            <a:r>
              <a:rPr lang="en-US" sz="16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05/11</a:t>
            </a:r>
            <a:endParaRPr lang="en-US" sz="1650" dirty="0"/>
          </a:p>
        </p:txBody>
      </p:sp>
      <p:sp>
        <p:nvSpPr>
          <p:cNvPr id="33" name="Shape 31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4" name="Moda image moda-export-watermark-a4a5ff8c-6c76-40be-9411-e26e5663d3a1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00100"/>
            <a:ext cx="14287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KHÁI</a:t>
            </a:r>
            <a:r>
              <a:rPr lang="en-US" sz="1950" b="1" spc="223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NIỆM 2</a:t>
            </a:r>
            <a:r>
              <a:rPr lang="en-US" sz="1950" b="1" spc="22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950" b="1" spc="214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AGENT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238250"/>
            <a:ext cx="16459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9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Công</a:t>
            </a:r>
            <a:r>
              <a:rPr lang="en-US" sz="6900" dirty="0" spc="-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cụ,</a:t>
            </a:r>
            <a:r>
              <a:rPr lang="en-US" sz="69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luồng</a:t>
            </a:r>
            <a:r>
              <a:rPr lang="en-US" sz="6900" dirty="0" spc="-7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</a:t>
            </a:r>
            <a:r>
              <a:rPr lang="en-US" sz="69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tùy chọn</a:t>
            </a:r>
            <a:endParaRPr lang="en-US" sz="69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2762250"/>
          <a:ext cx="13716000" cy="914400"/>
        </p:xfrm>
        <a:graphic>
          <a:graphicData uri="http://schemas.openxmlformats.org/drawingml/2006/table">
            <a:tbl>
              <a:tblPr/>
              <a:tblGrid>
                <a:gridCol w="8229600"/>
                <a:gridCol w="8229600"/>
              </a:tblGrid>
              <a:tr h="11430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060"/>
                        </a:lnSpc>
                        <a:buNone/>
                      </a:pPr>
                      <a:r>
                        <a:rPr lang="en-US" sz="2550" b="1" dirty="0" spc="-5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Công</a:t>
                      </a:r>
                      <a:r>
                        <a:rPr lang="en-US" sz="2550" b="1" dirty="0" spc="-1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cụ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3B4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1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060"/>
                        </a:lnSpc>
                        <a:buNone/>
                      </a:pPr>
                      <a:r>
                        <a:rPr lang="en-US" sz="2550" dirty="0" spc="-1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Gắn lúc</a:t>
                      </a:r>
                      <a:r>
                        <a:rPr lang="en-US" sz="2550" dirty="0" spc="-12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tạo</a:t>
                      </a:r>
                      <a:r>
                        <a:rPr lang="en-US" sz="2550" dirty="0" spc="-14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agent,</a:t>
                      </a:r>
                      <a:r>
                        <a:rPr lang="en-US" sz="2550" dirty="0" spc="-2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hoặc</a:t>
                      </a:r>
                      <a:r>
                        <a:rPr lang="en-US" sz="2550" dirty="0" spc="0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chỉ cho</a:t>
                      </a:r>
                      <a:r>
                        <a:rPr lang="en-US" sz="2550" dirty="0" spc="-5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một</a:t>
                      </a:r>
                      <a:r>
                        <a:rPr lang="en-US" sz="2550" dirty="0" spc="0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lần</a:t>
                      </a:r>
                      <a:r>
                        <a:rPr lang="en-US" sz="2550" dirty="0" spc="-7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chạy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3B4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B4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12B"/>
                    </a:solidFill>
                  </a:tcPr>
                </a:tc>
              </a:tr>
              <a:tr h="11430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060"/>
                        </a:lnSpc>
                        <a:buNone/>
                      </a:pPr>
                      <a:r>
                        <a:rPr lang="en-US" sz="2550" b="1" dirty="0" spc="-10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Luồng</a:t>
                      </a:r>
                      <a:r>
                        <a:rPr lang="en-US" sz="2550" b="1" dirty="0" spc="-4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(thread)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3B4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3B4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4161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060"/>
                        </a:lnSpc>
                        <a:buNone/>
                      </a:pPr>
                      <a:r>
                        <a:rPr lang="en-US" sz="2550" dirty="0" spc="0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Cho</a:t>
                      </a:r>
                      <a:r>
                        <a:rPr lang="en-US" sz="2550" dirty="0" spc="-1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hội</a:t>
                      </a:r>
                      <a:r>
                        <a:rPr lang="en-US" sz="2550" dirty="0" spc="-2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thoại</a:t>
                      </a:r>
                      <a:r>
                        <a:rPr lang="en-US" sz="2550" dirty="0" spc="1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nhiều</a:t>
                      </a:r>
                      <a:r>
                        <a:rPr lang="en-US" sz="2550" dirty="0" spc="5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lượt;</a:t>
                      </a:r>
                      <a:r>
                        <a:rPr lang="en-US" sz="2550" dirty="0" spc="-1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dùng</a:t>
                      </a:r>
                      <a:r>
                        <a:rPr lang="en-US" sz="2550" dirty="0" spc="-13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get_new_thread()</a:t>
                      </a:r>
                      <a:r>
                        <a:rPr lang="en-US" sz="2550" dirty="0" spc="16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để</a:t>
                      </a:r>
                      <a:r>
                        <a:rPr lang="en-US" sz="2550" dirty="0" spc="19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lưu</a:t>
                      </a:r>
                      <a:r>
                        <a:rPr lang="en-US" sz="2550" dirty="0" spc="0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lại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3B4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B4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B4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4161C"/>
                    </a:solidFill>
                  </a:tcPr>
                </a:tc>
              </a:tr>
              <a:tr h="11430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060"/>
                        </a:lnSpc>
                        <a:buNone/>
                      </a:pPr>
                      <a:r>
                        <a:rPr lang="en-US" sz="2550" b="1" dirty="0" spc="-42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Tuần</a:t>
                      </a:r>
                      <a:r>
                        <a:rPr lang="en-US" sz="2550" b="1" dirty="0" spc="-1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tự</a:t>
                      </a:r>
                      <a:r>
                        <a:rPr lang="en-US" sz="2550" b="1" dirty="0" spc="-6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hóa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3B4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3B4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E21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060"/>
                        </a:lnSpc>
                        <a:buNone/>
                      </a:pPr>
                      <a:r>
                        <a:rPr lang="en-US" sz="2550" dirty="0" spc="1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Lưu luồng</a:t>
                      </a:r>
                      <a:r>
                        <a:rPr lang="en-US" sz="2550" dirty="0" spc="-26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rồi</a:t>
                      </a:r>
                      <a:r>
                        <a:rPr lang="en-US" sz="2550" dirty="0" spc="0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khôi</a:t>
                      </a:r>
                      <a:r>
                        <a:rPr lang="en-US" sz="2550" dirty="0" spc="-2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phục</a:t>
                      </a:r>
                      <a:r>
                        <a:rPr lang="en-US" sz="2550" dirty="0" spc="18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để</a:t>
                      </a:r>
                      <a:r>
                        <a:rPr lang="en-US" sz="2550" dirty="0" spc="-1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dùng</a:t>
                      </a:r>
                      <a:r>
                        <a:rPr lang="en-US" sz="2550" dirty="0" spc="-6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sau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3B4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B4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B4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E212B"/>
                    </a:solidFill>
                  </a:tcPr>
                </a:tc>
              </a:tr>
              <a:tr h="11430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060"/>
                        </a:lnSpc>
                        <a:buNone/>
                      </a:pPr>
                      <a:r>
                        <a:rPr lang="en-US" sz="2550" b="1" dirty="0" spc="-62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Tùy</a:t>
                      </a:r>
                      <a:r>
                        <a:rPr lang="en-US" sz="2550" b="1" dirty="0" spc="-5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chọn</a:t>
                      </a:r>
                      <a:r>
                        <a:rPr lang="en-US" sz="2550" b="1" dirty="0" spc="-3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mỗi</a:t>
                      </a:r>
                      <a:r>
                        <a:rPr lang="en-US" sz="2550" b="1" dirty="0" spc="-2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lần</a:t>
                      </a:r>
                      <a:r>
                        <a:rPr lang="en-US" sz="2550" b="1" dirty="0" spc="-8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chạy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3B4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3B4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4161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060"/>
                        </a:lnSpc>
                        <a:buNone/>
                      </a:pPr>
                      <a:r>
                        <a:rPr lang="en-US" sz="2550" dirty="0" spc="-15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max_tokens,</a:t>
                      </a:r>
                      <a:r>
                        <a:rPr lang="en-US" sz="2550" dirty="0" spc="-9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tools,</a:t>
                      </a:r>
                      <a:r>
                        <a:rPr lang="en-US" sz="2550" dirty="0" spc="-2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model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3B4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B4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B4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4161C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847725" y="9667875"/>
            <a:ext cx="133350" cy="133350"/>
          </a:xfrm>
          <a:prstGeom prst="ellipse">
            <a:avLst/>
          </a:prstGeom>
          <a:solidFill>
            <a:srgbClr val="3B4052"/>
          </a:solidFill>
          <a:ln/>
        </p:spPr>
      </p:sp>
      <p:sp>
        <p:nvSpPr>
          <p:cNvPr id="6" name="Shape 3"/>
          <p:cNvSpPr/>
          <p:nvPr/>
        </p:nvSpPr>
        <p:spPr>
          <a:xfrm>
            <a:off x="1114425" y="9667875"/>
            <a:ext cx="133350" cy="133350"/>
          </a:xfrm>
          <a:prstGeom prst="ellipse">
            <a:avLst/>
          </a:prstGeom>
          <a:solidFill>
            <a:srgbClr val="3B4052"/>
          </a:solidFill>
          <a:ln/>
        </p:spPr>
      </p:sp>
      <p:sp>
        <p:nvSpPr>
          <p:cNvPr id="7" name="Shape 4"/>
          <p:cNvSpPr/>
          <p:nvPr/>
        </p:nvSpPr>
        <p:spPr>
          <a:xfrm>
            <a:off x="1381125" y="9667875"/>
            <a:ext cx="133350" cy="133350"/>
          </a:xfrm>
          <a:prstGeom prst="ellipse">
            <a:avLst/>
          </a:prstGeom>
          <a:solidFill>
            <a:srgbClr val="3B4052"/>
          </a:solidFill>
          <a:ln/>
        </p:spPr>
      </p:sp>
      <p:sp>
        <p:nvSpPr>
          <p:cNvPr id="8" name="Shape 5"/>
          <p:cNvSpPr/>
          <p:nvPr/>
        </p:nvSpPr>
        <p:spPr>
          <a:xfrm>
            <a:off x="1647825" y="9667875"/>
            <a:ext cx="133350" cy="133350"/>
          </a:xfrm>
          <a:prstGeom prst="ellipse">
            <a:avLst/>
          </a:prstGeom>
          <a:solidFill>
            <a:srgbClr val="3B4052"/>
          </a:solidFill>
          <a:ln/>
        </p:spPr>
      </p:sp>
      <p:sp>
        <p:nvSpPr>
          <p:cNvPr id="9" name="Shape 6"/>
          <p:cNvSpPr/>
          <p:nvPr/>
        </p:nvSpPr>
        <p:spPr>
          <a:xfrm>
            <a:off x="1914525" y="9667875"/>
            <a:ext cx="133350" cy="133350"/>
          </a:xfrm>
          <a:prstGeom prst="ellipse">
            <a:avLst/>
          </a:prstGeom>
          <a:solidFill>
            <a:srgbClr val="3B4052"/>
          </a:solidFill>
          <a:ln/>
        </p:spPr>
      </p:sp>
      <p:sp>
        <p:nvSpPr>
          <p:cNvPr id="10" name="Shape 7"/>
          <p:cNvSpPr/>
          <p:nvPr/>
        </p:nvSpPr>
        <p:spPr>
          <a:xfrm>
            <a:off x="2181225" y="9667875"/>
            <a:ext cx="133350" cy="13335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11" name="Shape 8"/>
          <p:cNvSpPr/>
          <p:nvPr/>
        </p:nvSpPr>
        <p:spPr>
          <a:xfrm>
            <a:off x="2447925" y="9667875"/>
            <a:ext cx="133350" cy="133350"/>
          </a:xfrm>
          <a:prstGeom prst="ellipse">
            <a:avLst/>
          </a:prstGeom>
          <a:solidFill>
            <a:srgbClr val="3B4052"/>
          </a:solidFill>
          <a:ln/>
        </p:spPr>
      </p:sp>
      <p:sp>
        <p:nvSpPr>
          <p:cNvPr id="12" name="Shape 9"/>
          <p:cNvSpPr/>
          <p:nvPr/>
        </p:nvSpPr>
        <p:spPr>
          <a:xfrm>
            <a:off x="2714625" y="9667875"/>
            <a:ext cx="133350" cy="133350"/>
          </a:xfrm>
          <a:prstGeom prst="ellipse">
            <a:avLst/>
          </a:prstGeom>
          <a:solidFill>
            <a:srgbClr val="3B4052"/>
          </a:solidFill>
          <a:ln/>
        </p:spPr>
      </p:sp>
      <p:sp>
        <p:nvSpPr>
          <p:cNvPr id="13" name="Shape 10"/>
          <p:cNvSpPr/>
          <p:nvPr/>
        </p:nvSpPr>
        <p:spPr>
          <a:xfrm>
            <a:off x="2981325" y="9667875"/>
            <a:ext cx="133350" cy="133350"/>
          </a:xfrm>
          <a:prstGeom prst="ellipse">
            <a:avLst/>
          </a:prstGeom>
          <a:solidFill>
            <a:srgbClr val="3B4052"/>
          </a:solidFill>
          <a:ln/>
        </p:spPr>
      </p:sp>
      <p:sp>
        <p:nvSpPr>
          <p:cNvPr id="14" name="Shape 11"/>
          <p:cNvSpPr/>
          <p:nvPr/>
        </p:nvSpPr>
        <p:spPr>
          <a:xfrm>
            <a:off x="3248025" y="9667875"/>
            <a:ext cx="133350" cy="133350"/>
          </a:xfrm>
          <a:prstGeom prst="ellipse">
            <a:avLst/>
          </a:prstGeom>
          <a:solidFill>
            <a:srgbClr val="3B4052"/>
          </a:solidFill>
          <a:ln/>
        </p:spPr>
      </p:sp>
      <p:sp>
        <p:nvSpPr>
          <p:cNvPr id="15" name="Shape 12"/>
          <p:cNvSpPr/>
          <p:nvPr/>
        </p:nvSpPr>
        <p:spPr>
          <a:xfrm>
            <a:off x="3514725" y="9667875"/>
            <a:ext cx="133350" cy="133350"/>
          </a:xfrm>
          <a:prstGeom prst="ellipse">
            <a:avLst/>
          </a:prstGeom>
          <a:solidFill>
            <a:srgbClr val="3B4052"/>
          </a:solidFill>
          <a:ln/>
        </p:spPr>
      </p:sp>
      <p:sp>
        <p:nvSpPr>
          <p:cNvPr id="16" name="Text 13"/>
          <p:cNvSpPr/>
          <p:nvPr/>
        </p:nvSpPr>
        <p:spPr>
          <a:xfrm>
            <a:off x="4191000" y="9582150"/>
            <a:ext cx="8572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1" kern="0">
                <a:solidFill>
                  <a:srgbClr val="9A978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AI</a:t>
            </a:r>
            <a:r>
              <a:rPr lang="en-US" sz="1650" dirty="0" spc="-15" kern="0">
                <a:solidFill>
                  <a:srgbClr val="9A978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Agent</a:t>
            </a:r>
            <a:r>
              <a:rPr lang="en-US" sz="1650" dirty="0" spc="0" kern="0">
                <a:solidFill>
                  <a:srgbClr val="9A978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1650" dirty="0" spc="4" kern="0">
                <a:solidFill>
                  <a:srgbClr val="9A978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1650" dirty="0" spc="0" kern="0">
                <a:solidFill>
                  <a:srgbClr val="9A978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mới ·</a:t>
            </a:r>
            <a:r>
              <a:rPr lang="en-US" sz="1650" dirty="0" spc="1" kern="0">
                <a:solidFill>
                  <a:srgbClr val="9A978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0" kern="0">
                <a:solidFill>
                  <a:srgbClr val="9A978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14</a:t>
            </a:r>
            <a:r>
              <a:rPr lang="en-US" sz="1650" dirty="0" spc="-1" kern="0">
                <a:solidFill>
                  <a:srgbClr val="9A978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978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06/11</a:t>
            </a:r>
            <a:endParaRPr lang="en-US" sz="1650" dirty="0"/>
          </a:p>
        </p:txBody>
      </p:sp>
      <p:sp>
        <p:nvSpPr>
          <p:cNvPr id="17" name="Shape 14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8" name="Moda image moda-export-watermark-3582b2f7-eb41-4bfb-973e-a0b5bb34b717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00100"/>
            <a:ext cx="14287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5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KHÁI</a:t>
            </a:r>
            <a:r>
              <a:rPr lang="en-US" sz="1950" b="1" spc="223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NIỆM</a:t>
            </a:r>
            <a:r>
              <a:rPr lang="en-US" sz="1950" b="1" spc="226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</a:t>
            </a:r>
            <a:r>
              <a:rPr lang="en-US" sz="1950" b="1" spc="221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950" b="1" spc="217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BA</a:t>
            </a:r>
            <a:r>
              <a:rPr lang="en-US" sz="1950" b="1" spc="226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KHỐI</a:t>
            </a:r>
            <a:r>
              <a:rPr lang="en-US" sz="1950" b="1" spc="214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BỔ</a:t>
            </a:r>
            <a:r>
              <a:rPr lang="en-US" sz="1950" b="1" spc="225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SUNG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238250"/>
            <a:ext cx="16459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900" dirty="0" spc="-3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Middleware,</a:t>
            </a:r>
            <a:r>
              <a:rPr lang="en-US" sz="69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bộ</a:t>
            </a:r>
            <a:r>
              <a:rPr lang="en-US" sz="6900" dirty="0" spc="-5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nhớ,</a:t>
            </a:r>
            <a:r>
              <a:rPr lang="en-US" sz="69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quan sát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2762250"/>
            <a:ext cx="16459200" cy="1238250"/>
          </a:xfrm>
          <a:prstGeom prst="roundRect">
            <a:avLst>
              <a:gd name="adj" fmla="val 18462"/>
            </a:avLst>
          </a:prstGeom>
          <a:solidFill>
            <a:srgbClr val="1F3FD1"/>
          </a:solidFill>
          <a:ln/>
        </p:spPr>
      </p:sp>
      <p:sp>
        <p:nvSpPr>
          <p:cNvPr id="5" name="Text 3"/>
          <p:cNvSpPr/>
          <p:nvPr/>
        </p:nvSpPr>
        <p:spPr>
          <a:xfrm>
            <a:off x="1333500" y="3124200"/>
            <a:ext cx="4953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15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Quan</a:t>
            </a:r>
            <a:r>
              <a:rPr lang="en-US" sz="3150" b="1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sát</a:t>
            </a:r>
            <a:endParaRPr lang="en-US" sz="3150" dirty="0"/>
          </a:p>
        </p:txBody>
      </p:sp>
      <p:sp>
        <p:nvSpPr>
          <p:cNvPr id="6" name="Text 4"/>
          <p:cNvSpPr/>
          <p:nvPr/>
        </p:nvSpPr>
        <p:spPr>
          <a:xfrm>
            <a:off x="6667500" y="3162300"/>
            <a:ext cx="10287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-3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OpenTelemetry:</a:t>
            </a:r>
            <a:r>
              <a:rPr lang="en-US" sz="2550" dirty="0" spc="-1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vết</a:t>
            </a:r>
            <a:r>
              <a:rPr lang="en-US" sz="2550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(tracing)</a:t>
            </a:r>
            <a:r>
              <a:rPr lang="en-US" sz="2550" dirty="0" spc="-1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550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số</a:t>
            </a:r>
            <a:r>
              <a:rPr lang="en-US" sz="2550" dirty="0" spc="1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đo</a:t>
            </a:r>
            <a:r>
              <a:rPr lang="en-US" sz="2550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(meter)</a:t>
            </a:r>
            <a:endParaRPr lang="en-US" sz="2550" dirty="0"/>
          </a:p>
        </p:txBody>
      </p:sp>
      <p:sp>
        <p:nvSpPr>
          <p:cNvPr id="7" name="Shape 5"/>
          <p:cNvSpPr/>
          <p:nvPr/>
        </p:nvSpPr>
        <p:spPr>
          <a:xfrm>
            <a:off x="914400" y="4133850"/>
            <a:ext cx="16459200" cy="1238250"/>
          </a:xfrm>
          <a:prstGeom prst="roundRect">
            <a:avLst>
              <a:gd name="adj" fmla="val 18462"/>
            </a:avLst>
          </a:prstGeom>
          <a:solidFill>
            <a:srgbClr val="B9C5F5"/>
          </a:solidFill>
          <a:ln/>
        </p:spPr>
      </p:sp>
      <p:sp>
        <p:nvSpPr>
          <p:cNvPr id="8" name="Text 6"/>
          <p:cNvSpPr/>
          <p:nvPr/>
        </p:nvSpPr>
        <p:spPr>
          <a:xfrm>
            <a:off x="1333500" y="4495800"/>
            <a:ext cx="4953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15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Bộ</a:t>
            </a:r>
            <a:r>
              <a:rPr lang="en-US" sz="315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</a:t>
            </a:r>
            <a:endParaRPr lang="en-US" sz="3150" dirty="0"/>
          </a:p>
        </p:txBody>
      </p:sp>
      <p:sp>
        <p:nvSpPr>
          <p:cNvPr id="9" name="Text 7"/>
          <p:cNvSpPr/>
          <p:nvPr/>
        </p:nvSpPr>
        <p:spPr>
          <a:xfrm>
            <a:off x="6667500" y="4533900"/>
            <a:ext cx="10287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-5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Trong</a:t>
            </a:r>
            <a:r>
              <a:rPr lang="en-US" sz="255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bộ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nhớ,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tin nhắn</a:t>
            </a:r>
            <a:r>
              <a:rPr lang="en-US" sz="25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bền,</a:t>
            </a:r>
            <a:r>
              <a:rPr lang="en-US" sz="255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bộ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</a:t>
            </a:r>
            <a:r>
              <a:rPr lang="en-US" sz="2550" dirty="0" spc="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động</a:t>
            </a:r>
            <a:endParaRPr lang="en-US" sz="2550" dirty="0"/>
          </a:p>
        </p:txBody>
      </p:sp>
      <p:sp>
        <p:nvSpPr>
          <p:cNvPr id="10" name="Shape 8"/>
          <p:cNvSpPr/>
          <p:nvPr/>
        </p:nvSpPr>
        <p:spPr>
          <a:xfrm>
            <a:off x="914400" y="5505450"/>
            <a:ext cx="16459200" cy="1238250"/>
          </a:xfrm>
          <a:prstGeom prst="roundRect">
            <a:avLst>
              <a:gd name="adj" fmla="val 18462"/>
            </a:avLst>
          </a:prstGeom>
          <a:solidFill>
            <a:srgbClr val="DDE3FA"/>
          </a:solidFill>
          <a:ln/>
        </p:spPr>
      </p:sp>
      <p:sp>
        <p:nvSpPr>
          <p:cNvPr id="11" name="Text 9"/>
          <p:cNvSpPr/>
          <p:nvPr/>
        </p:nvSpPr>
        <p:spPr>
          <a:xfrm>
            <a:off x="1333500" y="5867400"/>
            <a:ext cx="4953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150" b="1" dirty="0" spc="-2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Middleware</a:t>
            </a:r>
            <a:endParaRPr lang="en-US" sz="3150" dirty="0"/>
          </a:p>
        </p:txBody>
      </p:sp>
      <p:sp>
        <p:nvSpPr>
          <p:cNvPr id="12" name="Text 10"/>
          <p:cNvSpPr/>
          <p:nvPr/>
        </p:nvSpPr>
        <p:spPr>
          <a:xfrm>
            <a:off x="6667500" y="5905500"/>
            <a:ext cx="10287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Function</a:t>
            </a:r>
            <a:r>
              <a:rPr lang="en-US" sz="2550" dirty="0" spc="-1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middleware và</a:t>
            </a:r>
            <a:r>
              <a:rPr lang="en-US" sz="2550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chat</a:t>
            </a:r>
            <a:r>
              <a:rPr lang="en-US" sz="2550" dirty="0" spc="-1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middleware</a:t>
            </a:r>
            <a:endParaRPr lang="en-US" sz="2550" dirty="0"/>
          </a:p>
        </p:txBody>
      </p:sp>
      <p:sp>
        <p:nvSpPr>
          <p:cNvPr id="13" name="Shape 11"/>
          <p:cNvSpPr/>
          <p:nvPr/>
        </p:nvSpPr>
        <p:spPr>
          <a:xfrm>
            <a:off x="914400" y="6877050"/>
            <a:ext cx="16459200" cy="1238250"/>
          </a:xfrm>
          <a:prstGeom prst="roundRect">
            <a:avLst>
              <a:gd name="adj" fmla="val 18462"/>
            </a:avLst>
          </a:prstGeom>
          <a:solidFill>
            <a:srgbClr val="E8E0CF"/>
          </a:solidFill>
          <a:ln/>
        </p:spPr>
      </p:sp>
      <p:sp>
        <p:nvSpPr>
          <p:cNvPr id="14" name="Text 12"/>
          <p:cNvSpPr/>
          <p:nvPr/>
        </p:nvSpPr>
        <p:spPr>
          <a:xfrm>
            <a:off x="1333500" y="7239000"/>
            <a:ext cx="4953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150" b="1" dirty="0" spc="-2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Agent</a:t>
            </a:r>
            <a:endParaRPr lang="en-US" sz="3150" dirty="0"/>
          </a:p>
        </p:txBody>
      </p:sp>
      <p:sp>
        <p:nvSpPr>
          <p:cNvPr id="15" name="Text 13"/>
          <p:cNvSpPr/>
          <p:nvPr/>
        </p:nvSpPr>
        <p:spPr>
          <a:xfrm>
            <a:off x="6667500" y="7277100"/>
            <a:ext cx="10287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Chạy</a:t>
            </a:r>
            <a:r>
              <a:rPr lang="en-US" sz="2550" dirty="0" spc="-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với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công</a:t>
            </a:r>
            <a:r>
              <a:rPr lang="en-US" sz="25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cụ</a:t>
            </a:r>
            <a:r>
              <a:rPr lang="en-US" sz="2550" dirty="0" spc="-1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luồng</a:t>
            </a:r>
            <a:endParaRPr lang="en-US" sz="2550" dirty="0"/>
          </a:p>
        </p:txBody>
      </p:sp>
      <p:sp>
        <p:nvSpPr>
          <p:cNvPr id="16" name="Shape 14"/>
          <p:cNvSpPr/>
          <p:nvPr/>
        </p:nvSpPr>
        <p:spPr>
          <a:xfrm>
            <a:off x="847725" y="966787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17" name="Shape 15"/>
          <p:cNvSpPr/>
          <p:nvPr/>
        </p:nvSpPr>
        <p:spPr>
          <a:xfrm>
            <a:off x="1114425" y="966787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18" name="Shape 16"/>
          <p:cNvSpPr/>
          <p:nvPr/>
        </p:nvSpPr>
        <p:spPr>
          <a:xfrm>
            <a:off x="1381125" y="966787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19" name="Shape 17"/>
          <p:cNvSpPr/>
          <p:nvPr/>
        </p:nvSpPr>
        <p:spPr>
          <a:xfrm>
            <a:off x="1647825" y="966787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20" name="Shape 18"/>
          <p:cNvSpPr/>
          <p:nvPr/>
        </p:nvSpPr>
        <p:spPr>
          <a:xfrm>
            <a:off x="1914525" y="966787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21" name="Shape 19"/>
          <p:cNvSpPr/>
          <p:nvPr/>
        </p:nvSpPr>
        <p:spPr>
          <a:xfrm>
            <a:off x="2181225" y="966787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22" name="Shape 20"/>
          <p:cNvSpPr/>
          <p:nvPr/>
        </p:nvSpPr>
        <p:spPr>
          <a:xfrm>
            <a:off x="2447925" y="9667875"/>
            <a:ext cx="133350" cy="13335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23" name="Shape 21"/>
          <p:cNvSpPr/>
          <p:nvPr/>
        </p:nvSpPr>
        <p:spPr>
          <a:xfrm>
            <a:off x="2714625" y="966787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24" name="Shape 22"/>
          <p:cNvSpPr/>
          <p:nvPr/>
        </p:nvSpPr>
        <p:spPr>
          <a:xfrm>
            <a:off x="2981325" y="966787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25" name="Shape 23"/>
          <p:cNvSpPr/>
          <p:nvPr/>
        </p:nvSpPr>
        <p:spPr>
          <a:xfrm>
            <a:off x="3248025" y="966787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26" name="Shape 24"/>
          <p:cNvSpPr/>
          <p:nvPr/>
        </p:nvSpPr>
        <p:spPr>
          <a:xfrm>
            <a:off x="3514725" y="966787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27" name="Text 25"/>
          <p:cNvSpPr/>
          <p:nvPr/>
        </p:nvSpPr>
        <p:spPr>
          <a:xfrm>
            <a:off x="4191000" y="9582150"/>
            <a:ext cx="8572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AI</a:t>
            </a:r>
            <a:r>
              <a:rPr lang="en-US" sz="1650" dirty="0" spc="-15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Agent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165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mới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14</a:t>
            </a:r>
            <a:r>
              <a:rPr lang="en-US" sz="16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1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07/11</a:t>
            </a:r>
            <a:endParaRPr lang="en-US" sz="1650" dirty="0"/>
          </a:p>
        </p:txBody>
      </p:sp>
      <p:sp>
        <p:nvSpPr>
          <p:cNvPr id="28" name="Shape 26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9" name="Moda image moda-export-watermark-432ca07f-901e-4a9b-b6ad-7f6e95fb3562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00100"/>
            <a:ext cx="14287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5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KHÁI</a:t>
            </a:r>
            <a:r>
              <a:rPr lang="en-US" sz="1950" b="1" spc="223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NIỆM</a:t>
            </a:r>
            <a:r>
              <a:rPr lang="en-US" sz="1950" b="1" spc="227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4</a:t>
            </a:r>
            <a:r>
              <a:rPr lang="en-US" sz="1950" b="1" spc="222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950" b="1" spc="207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WORKFLOW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238250"/>
            <a:ext cx="16459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900" dirty="0" spc="-5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Executor</a:t>
            </a:r>
            <a:r>
              <a:rPr lang="en-US" sz="6900" dirty="0" spc="-7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</a:t>
            </a:r>
            <a:r>
              <a:rPr lang="en-US" sz="69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các</a:t>
            </a:r>
            <a:r>
              <a:rPr lang="en-US" sz="6900" dirty="0" spc="-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loại</a:t>
            </a:r>
            <a:r>
              <a:rPr lang="en-US" sz="69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cạnh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2762250"/>
            <a:ext cx="5257800" cy="2762250"/>
          </a:xfrm>
          <a:prstGeom prst="roundRect">
            <a:avLst>
              <a:gd name="adj" fmla="val 9655"/>
            </a:avLst>
          </a:prstGeom>
          <a:solidFill>
            <a:srgbClr val="B45309"/>
          </a:solidFill>
          <a:ln/>
        </p:spPr>
      </p:sp>
      <p:sp>
        <p:nvSpPr>
          <p:cNvPr id="5" name="Text 3"/>
          <p:cNvSpPr/>
          <p:nvPr/>
        </p:nvSpPr>
        <p:spPr>
          <a:xfrm>
            <a:off x="1295400" y="3028950"/>
            <a:ext cx="44958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 spc="-1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Executor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1295400" y="3733800"/>
            <a:ext cx="4495800" cy="1619250"/>
          </a:xfrm>
          <a:prstGeom prst="rect">
            <a:avLst/>
          </a:prstGeom>
          <a:noFill/>
          <a:ln/>
        </p:spPr>
        <p:txBody>
          <a:bodyPr wrap="square" lIns="0" tIns="12954" rIns="0" bIns="-12954" rtlCol="0" anchor="t"/>
          <a:lstStyle/>
          <a:p>
            <a:pPr algn="l" indent="0" marL="0">
              <a:lnSpc>
                <a:spcPts val="3120"/>
              </a:lnSpc>
              <a:buNone/>
            </a:pPr>
            <a:r>
              <a:rPr lang="en-US" sz="24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Nhận tin</a:t>
            </a:r>
            <a:r>
              <a:rPr lang="en-US" sz="2400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vào,</a:t>
            </a:r>
            <a:r>
              <a:rPr lang="en-US" sz="240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làm</a:t>
            </a:r>
            <a:r>
              <a:rPr lang="en-US" sz="240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việc,</a:t>
            </a:r>
            <a:r>
              <a:rPr lang="en-US" sz="2400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tạo</a:t>
            </a:r>
            <a:r>
              <a:rPr lang="en-US" sz="24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tin</a:t>
            </a:r>
            <a:r>
              <a:rPr lang="en-US" sz="2400" dirty="0" spc="-2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ra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6515100" y="2762250"/>
            <a:ext cx="5257800" cy="2762250"/>
          </a:xfrm>
          <a:prstGeom prst="roundRect">
            <a:avLst>
              <a:gd name="adj" fmla="val 9655"/>
            </a:avLst>
          </a:prstGeom>
          <a:solidFill>
            <a:srgbClr val="F3DFB8"/>
          </a:solidFill>
          <a:ln/>
        </p:spPr>
      </p:sp>
      <p:sp>
        <p:nvSpPr>
          <p:cNvPr id="8" name="Text 6"/>
          <p:cNvSpPr/>
          <p:nvPr/>
        </p:nvSpPr>
        <p:spPr>
          <a:xfrm>
            <a:off x="6896100" y="3028950"/>
            <a:ext cx="44958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 spc="1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Cạnh</a:t>
            </a:r>
            <a:r>
              <a:rPr lang="en-US" sz="3000" b="1" dirty="0" spc="14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trực</a:t>
            </a:r>
            <a:r>
              <a:rPr lang="en-US" sz="3000" b="1" dirty="0" spc="-1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tiếp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6896100" y="3733800"/>
            <a:ext cx="4495800" cy="1619250"/>
          </a:xfrm>
          <a:prstGeom prst="rect">
            <a:avLst/>
          </a:prstGeom>
          <a:noFill/>
          <a:ln/>
        </p:spPr>
        <p:txBody>
          <a:bodyPr wrap="square" lIns="0" tIns="12954" rIns="0" bIns="-12954" rtlCol="0" anchor="t"/>
          <a:lstStyle/>
          <a:p>
            <a:pPr algn="l" indent="0" marL="0">
              <a:lnSpc>
                <a:spcPts val="3120"/>
              </a:lnSpc>
              <a:buNone/>
            </a:pPr>
            <a:r>
              <a:rPr lang="en-US" sz="24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Nối</a:t>
            </a:r>
            <a:r>
              <a:rPr lang="en-US" sz="240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một-một</a:t>
            </a:r>
            <a:r>
              <a:rPr lang="en-US" sz="2400" dirty="0" spc="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giữa</a:t>
            </a:r>
            <a:r>
              <a:rPr lang="en-US" sz="24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hai</a:t>
            </a:r>
            <a:r>
              <a:rPr lang="en-US" sz="2400" dirty="0" spc="-2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executor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12115800" y="2762250"/>
            <a:ext cx="5257800" cy="2762250"/>
          </a:xfrm>
          <a:prstGeom prst="roundRect">
            <a:avLst>
              <a:gd name="adj" fmla="val 9655"/>
            </a:avLst>
          </a:prstGeom>
          <a:solidFill>
            <a:srgbClr val="F3DFB8"/>
          </a:solidFill>
          <a:ln/>
        </p:spPr>
      </p:sp>
      <p:sp>
        <p:nvSpPr>
          <p:cNvPr id="11" name="Text 9"/>
          <p:cNvSpPr/>
          <p:nvPr/>
        </p:nvSpPr>
        <p:spPr>
          <a:xfrm>
            <a:off x="12496800" y="3028950"/>
            <a:ext cx="44958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 spc="1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Có</a:t>
            </a:r>
            <a:r>
              <a:rPr lang="en-US" sz="3000" b="1" dirty="0" spc="19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điều</a:t>
            </a:r>
            <a:r>
              <a:rPr lang="en-US" sz="3000" b="1" dirty="0" spc="-4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kiện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12496800" y="3733800"/>
            <a:ext cx="4495800" cy="1619250"/>
          </a:xfrm>
          <a:prstGeom prst="rect">
            <a:avLst/>
          </a:prstGeom>
          <a:noFill/>
          <a:ln/>
        </p:spPr>
        <p:txBody>
          <a:bodyPr wrap="square" lIns="0" tIns="12954" rIns="0" bIns="-12954" rtlCol="0" anchor="t"/>
          <a:lstStyle/>
          <a:p>
            <a:pPr algn="l" indent="0" marL="0">
              <a:lnSpc>
                <a:spcPts val="3120"/>
              </a:lnSpc>
              <a:buNone/>
            </a:pPr>
            <a:r>
              <a:rPr lang="en-US" sz="2400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Chạy</a:t>
            </a:r>
            <a:r>
              <a:rPr lang="en-US" sz="24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</a:t>
            </a:r>
            <a:r>
              <a:rPr lang="en-US" sz="2400" dirty="0" spc="1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điều</a:t>
            </a:r>
            <a:r>
              <a:rPr lang="en-US" sz="24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kiện</a:t>
            </a:r>
            <a:r>
              <a:rPr lang="en-US" sz="240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đúng,</a:t>
            </a:r>
            <a:r>
              <a:rPr lang="en-US" sz="24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như</a:t>
            </a:r>
            <a:r>
              <a:rPr lang="en-US" sz="240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hết</a:t>
            </a:r>
            <a:r>
              <a:rPr lang="en-US" sz="24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phòng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914400" y="5867400"/>
            <a:ext cx="5257800" cy="2762250"/>
          </a:xfrm>
          <a:prstGeom prst="roundRect">
            <a:avLst>
              <a:gd name="adj" fmla="val 9655"/>
            </a:avLst>
          </a:prstGeom>
          <a:solidFill>
            <a:srgbClr val="F3DFB8"/>
          </a:solidFill>
          <a:ln/>
        </p:spPr>
      </p:sp>
      <p:sp>
        <p:nvSpPr>
          <p:cNvPr id="14" name="Text 12"/>
          <p:cNvSpPr/>
          <p:nvPr/>
        </p:nvSpPr>
        <p:spPr>
          <a:xfrm>
            <a:off x="1295400" y="6134100"/>
            <a:ext cx="44958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 spc="-5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Switch-case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1295400" y="6838950"/>
            <a:ext cx="4495800" cy="1619250"/>
          </a:xfrm>
          <a:prstGeom prst="rect">
            <a:avLst/>
          </a:prstGeom>
          <a:noFill/>
          <a:ln/>
        </p:spPr>
        <p:txBody>
          <a:bodyPr wrap="square" lIns="0" tIns="12954" rIns="0" bIns="-12954" rtlCol="0" anchor="t"/>
          <a:lstStyle/>
          <a:p>
            <a:pPr algn="l" indent="0" marL="0">
              <a:lnSpc>
                <a:spcPts val="3120"/>
              </a:lnSpc>
              <a:buNone/>
            </a:pPr>
            <a:r>
              <a:rPr lang="en-US" sz="24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Chọn</a:t>
            </a:r>
            <a:r>
              <a:rPr lang="en-US" sz="2400" dirty="0" spc="1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đích</a:t>
            </a:r>
            <a:r>
              <a:rPr lang="en-US" sz="24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</a:t>
            </a:r>
            <a:r>
              <a:rPr lang="en-US" sz="2400" dirty="0" spc="1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điều</a:t>
            </a:r>
            <a:r>
              <a:rPr lang="en-US" sz="24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kiện, như khách</a:t>
            </a:r>
            <a:r>
              <a:rPr lang="en-US" sz="2400" dirty="0" spc="2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ưu</a:t>
            </a:r>
            <a:r>
              <a:rPr lang="en-US" sz="24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tiên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6515100" y="5867400"/>
            <a:ext cx="5257800" cy="2762250"/>
          </a:xfrm>
          <a:prstGeom prst="roundRect">
            <a:avLst>
              <a:gd name="adj" fmla="val 9655"/>
            </a:avLst>
          </a:prstGeom>
          <a:solidFill>
            <a:srgbClr val="F3DFB8"/>
          </a:solidFill>
          <a:ln/>
        </p:spPr>
      </p:sp>
      <p:sp>
        <p:nvSpPr>
          <p:cNvPr id="17" name="Text 15"/>
          <p:cNvSpPr/>
          <p:nvPr/>
        </p:nvSpPr>
        <p:spPr>
          <a:xfrm>
            <a:off x="6896100" y="6134100"/>
            <a:ext cx="44958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 spc="-25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Fan-out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6896100" y="6838950"/>
            <a:ext cx="4495800" cy="1619250"/>
          </a:xfrm>
          <a:prstGeom prst="rect">
            <a:avLst/>
          </a:prstGeom>
          <a:noFill/>
          <a:ln/>
        </p:spPr>
        <p:txBody>
          <a:bodyPr wrap="square" lIns="0" tIns="12954" rIns="0" bIns="-12954" rtlCol="0" anchor="t"/>
          <a:lstStyle/>
          <a:p>
            <a:pPr algn="l" indent="0" marL="0">
              <a:lnSpc>
                <a:spcPts val="3120"/>
              </a:lnSpc>
              <a:buNone/>
            </a:pPr>
            <a:r>
              <a:rPr lang="en-US" sz="2400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Một</a:t>
            </a:r>
            <a:r>
              <a:rPr lang="en-US" sz="24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tin</a:t>
            </a:r>
            <a:r>
              <a:rPr lang="en-US" sz="2400" dirty="0" spc="4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gửi</a:t>
            </a:r>
            <a:r>
              <a:rPr lang="en-US" sz="24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nhiều</a:t>
            </a:r>
            <a:r>
              <a:rPr lang="en-US" sz="2400" dirty="0" spc="1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đích</a:t>
            </a:r>
            <a:endParaRPr lang="en-US" sz="2400" dirty="0"/>
          </a:p>
        </p:txBody>
      </p:sp>
      <p:sp>
        <p:nvSpPr>
          <p:cNvPr id="19" name="Shape 17"/>
          <p:cNvSpPr/>
          <p:nvPr/>
        </p:nvSpPr>
        <p:spPr>
          <a:xfrm>
            <a:off x="12115800" y="5867400"/>
            <a:ext cx="5257800" cy="2762250"/>
          </a:xfrm>
          <a:prstGeom prst="roundRect">
            <a:avLst>
              <a:gd name="adj" fmla="val 9655"/>
            </a:avLst>
          </a:prstGeom>
          <a:solidFill>
            <a:srgbClr val="F3DFB8"/>
          </a:solidFill>
          <a:ln/>
        </p:spPr>
      </p:sp>
      <p:sp>
        <p:nvSpPr>
          <p:cNvPr id="20" name="Text 18"/>
          <p:cNvSpPr/>
          <p:nvPr/>
        </p:nvSpPr>
        <p:spPr>
          <a:xfrm>
            <a:off x="12496800" y="6134100"/>
            <a:ext cx="44958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 spc="-30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Fan-in</a:t>
            </a:r>
            <a:endParaRPr lang="en-US" sz="3000" dirty="0"/>
          </a:p>
        </p:txBody>
      </p:sp>
      <p:sp>
        <p:nvSpPr>
          <p:cNvPr id="21" name="Text 19"/>
          <p:cNvSpPr/>
          <p:nvPr/>
        </p:nvSpPr>
        <p:spPr>
          <a:xfrm>
            <a:off x="12496800" y="6838950"/>
            <a:ext cx="4495800" cy="1619250"/>
          </a:xfrm>
          <a:prstGeom prst="rect">
            <a:avLst/>
          </a:prstGeom>
          <a:noFill/>
          <a:ln/>
        </p:spPr>
        <p:txBody>
          <a:bodyPr wrap="square" lIns="0" tIns="12954" rIns="0" bIns="-12954" rtlCol="0" anchor="t"/>
          <a:lstStyle/>
          <a:p>
            <a:pPr algn="l" indent="0" marL="0">
              <a:lnSpc>
                <a:spcPts val="3120"/>
              </a:lnSpc>
              <a:buNone/>
            </a:pPr>
            <a:r>
              <a:rPr lang="en-US" sz="2400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Gom</a:t>
            </a:r>
            <a:r>
              <a:rPr lang="en-US" sz="24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nhiều</a:t>
            </a:r>
            <a:r>
              <a:rPr lang="en-US" sz="24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tin</a:t>
            </a:r>
            <a:r>
              <a:rPr lang="en-US" sz="2400" dirty="0" spc="-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về</a:t>
            </a:r>
            <a:r>
              <a:rPr lang="en-US" sz="24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400" dirty="0" spc="1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đích</a:t>
            </a:r>
            <a:endParaRPr lang="en-US" sz="2400" dirty="0"/>
          </a:p>
        </p:txBody>
      </p:sp>
      <p:sp>
        <p:nvSpPr>
          <p:cNvPr id="22" name="Shape 20"/>
          <p:cNvSpPr/>
          <p:nvPr/>
        </p:nvSpPr>
        <p:spPr>
          <a:xfrm>
            <a:off x="847725" y="966787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23" name="Shape 21"/>
          <p:cNvSpPr/>
          <p:nvPr/>
        </p:nvSpPr>
        <p:spPr>
          <a:xfrm>
            <a:off x="1114425" y="966787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24" name="Shape 22"/>
          <p:cNvSpPr/>
          <p:nvPr/>
        </p:nvSpPr>
        <p:spPr>
          <a:xfrm>
            <a:off x="1381125" y="966787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25" name="Shape 23"/>
          <p:cNvSpPr/>
          <p:nvPr/>
        </p:nvSpPr>
        <p:spPr>
          <a:xfrm>
            <a:off x="1647825" y="966787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26" name="Shape 24"/>
          <p:cNvSpPr/>
          <p:nvPr/>
        </p:nvSpPr>
        <p:spPr>
          <a:xfrm>
            <a:off x="1914525" y="966787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27" name="Shape 25"/>
          <p:cNvSpPr/>
          <p:nvPr/>
        </p:nvSpPr>
        <p:spPr>
          <a:xfrm>
            <a:off x="2181225" y="966787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28" name="Shape 26"/>
          <p:cNvSpPr/>
          <p:nvPr/>
        </p:nvSpPr>
        <p:spPr>
          <a:xfrm>
            <a:off x="2447925" y="966787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29" name="Shape 27"/>
          <p:cNvSpPr/>
          <p:nvPr/>
        </p:nvSpPr>
        <p:spPr>
          <a:xfrm>
            <a:off x="2714625" y="9667875"/>
            <a:ext cx="133350" cy="13335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30" name="Shape 28"/>
          <p:cNvSpPr/>
          <p:nvPr/>
        </p:nvSpPr>
        <p:spPr>
          <a:xfrm>
            <a:off x="2981325" y="966787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31" name="Shape 29"/>
          <p:cNvSpPr/>
          <p:nvPr/>
        </p:nvSpPr>
        <p:spPr>
          <a:xfrm>
            <a:off x="3248025" y="966787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32" name="Shape 30"/>
          <p:cNvSpPr/>
          <p:nvPr/>
        </p:nvSpPr>
        <p:spPr>
          <a:xfrm>
            <a:off x="3514725" y="966787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33" name="Text 31"/>
          <p:cNvSpPr/>
          <p:nvPr/>
        </p:nvSpPr>
        <p:spPr>
          <a:xfrm>
            <a:off x="4191000" y="9582150"/>
            <a:ext cx="8572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AI</a:t>
            </a:r>
            <a:r>
              <a:rPr lang="en-US" sz="1650" dirty="0" spc="-15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Agent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165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mới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14</a:t>
            </a:r>
            <a:r>
              <a:rPr lang="en-US" sz="16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08/11</a:t>
            </a:r>
            <a:endParaRPr lang="en-US" sz="1650" dirty="0"/>
          </a:p>
        </p:txBody>
      </p:sp>
      <p:sp>
        <p:nvSpPr>
          <p:cNvPr id="34" name="Shape 32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5" name="Moda image moda-export-watermark-3aa28e7d-0b75-46aa-a441-db3785684ba8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00100"/>
            <a:ext cx="14287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7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THỬ</a:t>
            </a:r>
            <a:r>
              <a:rPr lang="en-US" sz="1950" b="1" spc="187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NGAY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238250"/>
            <a:ext cx="16459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900" dirty="0" spc="-16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Tạo</a:t>
            </a:r>
            <a:r>
              <a:rPr lang="en-US" sz="6900" dirty="0" spc="-7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</a:t>
            </a:r>
            <a:r>
              <a:rPr lang="en-US" sz="69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chạy</a:t>
            </a:r>
            <a:r>
              <a:rPr lang="en-US" sz="6900" dirty="0" spc="-1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một</a:t>
            </a:r>
            <a:r>
              <a:rPr lang="en-US" sz="6900" dirty="0" spc="-2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agent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2762250"/>
            <a:ext cx="5143500" cy="1428750"/>
          </a:xfrm>
          <a:prstGeom prst="roundRect">
            <a:avLst>
              <a:gd name="adj" fmla="val 16000"/>
            </a:avLst>
          </a:prstGeom>
          <a:solidFill>
            <a:srgbClr val="1E212B"/>
          </a:solidFill>
          <a:ln/>
        </p:spPr>
      </p:sp>
      <p:sp>
        <p:nvSpPr>
          <p:cNvPr id="5" name="Text 3"/>
          <p:cNvSpPr/>
          <p:nvPr/>
        </p:nvSpPr>
        <p:spPr>
          <a:xfrm>
            <a:off x="1181100" y="2819400"/>
            <a:ext cx="9525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600" dirty="0" spc="-4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</a:t>
            </a:r>
            <a:endParaRPr lang="en-US" sz="6600" dirty="0"/>
          </a:p>
        </p:txBody>
      </p:sp>
      <p:sp>
        <p:nvSpPr>
          <p:cNvPr id="6" name="Text 4"/>
          <p:cNvSpPr/>
          <p:nvPr/>
        </p:nvSpPr>
        <p:spPr>
          <a:xfrm>
            <a:off x="2286000" y="3238500"/>
            <a:ext cx="3619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b="1" dirty="0" spc="-8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Tạo</a:t>
            </a:r>
            <a:r>
              <a:rPr lang="en-US" sz="2850" b="1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agent</a:t>
            </a:r>
            <a:endParaRPr lang="en-US" sz="2850" dirty="0"/>
          </a:p>
        </p:txBody>
      </p:sp>
      <p:sp>
        <p:nvSpPr>
          <p:cNvPr id="7" name="Shape 5"/>
          <p:cNvSpPr/>
          <p:nvPr/>
        </p:nvSpPr>
        <p:spPr>
          <a:xfrm>
            <a:off x="914400" y="4419600"/>
            <a:ext cx="5143500" cy="1428750"/>
          </a:xfrm>
          <a:prstGeom prst="roundRect">
            <a:avLst>
              <a:gd name="adj" fmla="val 16000"/>
            </a:avLst>
          </a:prstGeom>
          <a:solidFill>
            <a:srgbClr val="1E212B"/>
          </a:solidFill>
          <a:ln/>
        </p:spPr>
      </p:sp>
      <p:sp>
        <p:nvSpPr>
          <p:cNvPr id="8" name="Text 6"/>
          <p:cNvSpPr/>
          <p:nvPr/>
        </p:nvSpPr>
        <p:spPr>
          <a:xfrm>
            <a:off x="1181100" y="4476750"/>
            <a:ext cx="9525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600" dirty="0" spc="-1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2</a:t>
            </a:r>
            <a:endParaRPr lang="en-US" sz="6600" dirty="0"/>
          </a:p>
        </p:txBody>
      </p:sp>
      <p:sp>
        <p:nvSpPr>
          <p:cNvPr id="9" name="Text 7"/>
          <p:cNvSpPr/>
          <p:nvPr/>
        </p:nvSpPr>
        <p:spPr>
          <a:xfrm>
            <a:off x="2286000" y="4895850"/>
            <a:ext cx="3619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b="1" dirty="0" spc="-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Chạy</a:t>
            </a:r>
            <a:r>
              <a:rPr lang="en-US" sz="2850" b="1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agent</a:t>
            </a:r>
            <a:endParaRPr lang="en-US" sz="2850" dirty="0"/>
          </a:p>
        </p:txBody>
      </p:sp>
      <p:sp>
        <p:nvSpPr>
          <p:cNvPr id="10" name="Shape 8"/>
          <p:cNvSpPr/>
          <p:nvPr/>
        </p:nvSpPr>
        <p:spPr>
          <a:xfrm>
            <a:off x="914400" y="6076950"/>
            <a:ext cx="5143500" cy="1428750"/>
          </a:xfrm>
          <a:prstGeom prst="roundRect">
            <a:avLst>
              <a:gd name="adj" fmla="val 16000"/>
            </a:avLst>
          </a:prstGeom>
          <a:solidFill>
            <a:srgbClr val="1E212B"/>
          </a:solidFill>
          <a:ln/>
        </p:spPr>
      </p:sp>
      <p:sp>
        <p:nvSpPr>
          <p:cNvPr id="11" name="Text 9"/>
          <p:cNvSpPr/>
          <p:nvPr/>
        </p:nvSpPr>
        <p:spPr>
          <a:xfrm>
            <a:off x="1181100" y="6134100"/>
            <a:ext cx="9525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600" dirty="0" spc="4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3</a:t>
            </a:r>
            <a:endParaRPr lang="en-US" sz="6600" dirty="0"/>
          </a:p>
        </p:txBody>
      </p:sp>
      <p:sp>
        <p:nvSpPr>
          <p:cNvPr id="12" name="Text 10"/>
          <p:cNvSpPr/>
          <p:nvPr/>
        </p:nvSpPr>
        <p:spPr>
          <a:xfrm>
            <a:off x="2286000" y="6553200"/>
            <a:ext cx="3619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b="1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In</a:t>
            </a:r>
            <a:r>
              <a:rPr lang="en-US" sz="2850" b="1" dirty="0" spc="-3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kết</a:t>
            </a:r>
            <a:r>
              <a:rPr lang="en-US" sz="2850" b="1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quả</a:t>
            </a:r>
            <a:endParaRPr lang="en-US" sz="2850" dirty="0"/>
          </a:p>
        </p:txBody>
      </p:sp>
      <p:sp>
        <p:nvSpPr>
          <p:cNvPr id="13" name="Shape 11"/>
          <p:cNvSpPr/>
          <p:nvPr/>
        </p:nvSpPr>
        <p:spPr>
          <a:xfrm>
            <a:off x="6477000" y="2762250"/>
            <a:ext cx="10896600" cy="4743450"/>
          </a:xfrm>
          <a:prstGeom prst="roundRect">
            <a:avLst>
              <a:gd name="adj" fmla="val 4819"/>
            </a:avLst>
          </a:prstGeom>
          <a:solidFill>
            <a:srgbClr val="0B0D12"/>
          </a:solidFill>
          <a:ln w="28575">
            <a:solidFill>
              <a:srgbClr val="3B405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19900" y="3105150"/>
            <a:ext cx="10287000" cy="4191000"/>
          </a:xfrm>
          <a:prstGeom prst="rect">
            <a:avLst/>
          </a:prstGeom>
          <a:noFill/>
          <a:ln/>
        </p:spPr>
        <p:txBody>
          <a:bodyPr wrap="square" lIns="0" tIns="-19209" rIns="0" bIns="19209" rtlCol="0" anchor="t"/>
          <a:lstStyle/>
          <a:p>
            <a:pPr algn="l" indent="0" marL="0">
              <a:lnSpc>
                <a:spcPts val="3413"/>
              </a:lnSpc>
              <a:buNone/>
            </a:pPr>
            <a:r>
              <a:rPr lang="en-US" sz="1950" dirty="0" spc="-5" kern="0">
                <a:solidFill>
                  <a:srgbClr val="7D7A7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# client: dịch vụ LLM đã tạo</a:t>
            </a:r>
            <a:endParaRPr lang="en-US" sz="1950" dirty="0"/>
          </a:p>
          <a:p>
            <a:pPr algn="l" indent="0" marL="0">
              <a:lnSpc>
                <a:spcPts val="3413"/>
              </a:lnSpc>
              <a:buNone/>
            </a:pPr>
            <a:r>
              <a:rPr lang="en-US" sz="1950" dirty="0" spc="-5" kern="0">
                <a:solidFill>
                  <a:srgbClr val="3DD6A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agent = client.create_agent(</a:t>
            </a:r>
            <a:endParaRPr lang="en-US" sz="1950" dirty="0"/>
          </a:p>
          <a:p>
            <a:pPr algn="l" indent="0" marL="0">
              <a:lnSpc>
                <a:spcPts val="3413"/>
              </a:lnSpc>
              <a:buNone/>
            </a:pPr>
            <a:r>
              <a:rPr lang="en-US" sz="1950" dirty="0" spc="-5" kern="0">
                <a:solidFill>
                  <a:srgbClr val="3DD6A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instructions="You are good at recommending trips",</a:t>
            </a:r>
            <a:endParaRPr lang="en-US" sz="1950" dirty="0"/>
          </a:p>
          <a:p>
            <a:pPr algn="l" indent="0" marL="0">
              <a:lnSpc>
                <a:spcPts val="3413"/>
              </a:lnSpc>
              <a:buNone/>
            </a:pPr>
            <a:r>
              <a:rPr lang="en-US" sz="1950" dirty="0" spc="-5" kern="0">
                <a:solidFill>
                  <a:srgbClr val="3DD6A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name="TripRecommender")</a:t>
            </a:r>
            <a:endParaRPr lang="en-US" sz="1950" dirty="0"/>
          </a:p>
          <a:p>
            <a:pPr algn="l" indent="0" marL="0">
              <a:lnSpc>
                <a:spcPts val="3413"/>
              </a:lnSpc>
              <a:buNone/>
            </a:pPr>
            <a:r>
              <a:rPr lang="en-US" sz="1950" dirty="0" spc="-5" kern="0">
                <a:solidFill>
                  <a:srgbClr val="F4A62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result = await agent.run("Where to visit in Amsterdam?")</a:t>
            </a:r>
            <a:endParaRPr lang="en-US" sz="1950" dirty="0"/>
          </a:p>
          <a:p>
            <a:pPr algn="l" indent="0" marL="0">
              <a:lnSpc>
                <a:spcPts val="3413"/>
              </a:lnSpc>
              <a:buNone/>
            </a:pPr>
            <a:r>
              <a:rPr lang="en-US" sz="1950" dirty="0" spc="-5" kern="0">
                <a:solidFill>
                  <a:srgbClr val="8AA0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print(result.text)</a:t>
            </a:r>
            <a:endParaRPr lang="en-US" sz="1950" dirty="0"/>
          </a:p>
        </p:txBody>
      </p:sp>
      <p:sp>
        <p:nvSpPr>
          <p:cNvPr id="15" name="Shape 13"/>
          <p:cNvSpPr/>
          <p:nvPr/>
        </p:nvSpPr>
        <p:spPr>
          <a:xfrm>
            <a:off x="847725" y="9667875"/>
            <a:ext cx="133350" cy="133350"/>
          </a:xfrm>
          <a:prstGeom prst="ellipse">
            <a:avLst/>
          </a:prstGeom>
          <a:solidFill>
            <a:srgbClr val="3B4052"/>
          </a:solidFill>
          <a:ln/>
        </p:spPr>
      </p:sp>
      <p:sp>
        <p:nvSpPr>
          <p:cNvPr id="16" name="Shape 14"/>
          <p:cNvSpPr/>
          <p:nvPr/>
        </p:nvSpPr>
        <p:spPr>
          <a:xfrm>
            <a:off x="1114425" y="9667875"/>
            <a:ext cx="133350" cy="133350"/>
          </a:xfrm>
          <a:prstGeom prst="ellipse">
            <a:avLst/>
          </a:prstGeom>
          <a:solidFill>
            <a:srgbClr val="3B4052"/>
          </a:solidFill>
          <a:ln/>
        </p:spPr>
      </p:sp>
      <p:sp>
        <p:nvSpPr>
          <p:cNvPr id="17" name="Shape 15"/>
          <p:cNvSpPr/>
          <p:nvPr/>
        </p:nvSpPr>
        <p:spPr>
          <a:xfrm>
            <a:off x="1381125" y="9667875"/>
            <a:ext cx="133350" cy="133350"/>
          </a:xfrm>
          <a:prstGeom prst="ellipse">
            <a:avLst/>
          </a:prstGeom>
          <a:solidFill>
            <a:srgbClr val="3B4052"/>
          </a:solidFill>
          <a:ln/>
        </p:spPr>
      </p:sp>
      <p:sp>
        <p:nvSpPr>
          <p:cNvPr id="18" name="Shape 16"/>
          <p:cNvSpPr/>
          <p:nvPr/>
        </p:nvSpPr>
        <p:spPr>
          <a:xfrm>
            <a:off x="1647825" y="9667875"/>
            <a:ext cx="133350" cy="133350"/>
          </a:xfrm>
          <a:prstGeom prst="ellipse">
            <a:avLst/>
          </a:prstGeom>
          <a:solidFill>
            <a:srgbClr val="3B4052"/>
          </a:solidFill>
          <a:ln/>
        </p:spPr>
      </p:sp>
      <p:sp>
        <p:nvSpPr>
          <p:cNvPr id="19" name="Shape 17"/>
          <p:cNvSpPr/>
          <p:nvPr/>
        </p:nvSpPr>
        <p:spPr>
          <a:xfrm>
            <a:off x="1914525" y="9667875"/>
            <a:ext cx="133350" cy="133350"/>
          </a:xfrm>
          <a:prstGeom prst="ellipse">
            <a:avLst/>
          </a:prstGeom>
          <a:solidFill>
            <a:srgbClr val="3B4052"/>
          </a:solidFill>
          <a:ln/>
        </p:spPr>
      </p:sp>
      <p:sp>
        <p:nvSpPr>
          <p:cNvPr id="20" name="Shape 18"/>
          <p:cNvSpPr/>
          <p:nvPr/>
        </p:nvSpPr>
        <p:spPr>
          <a:xfrm>
            <a:off x="2181225" y="9667875"/>
            <a:ext cx="133350" cy="133350"/>
          </a:xfrm>
          <a:prstGeom prst="ellipse">
            <a:avLst/>
          </a:prstGeom>
          <a:solidFill>
            <a:srgbClr val="3B4052"/>
          </a:solidFill>
          <a:ln/>
        </p:spPr>
      </p:sp>
      <p:sp>
        <p:nvSpPr>
          <p:cNvPr id="21" name="Shape 19"/>
          <p:cNvSpPr/>
          <p:nvPr/>
        </p:nvSpPr>
        <p:spPr>
          <a:xfrm>
            <a:off x="2447925" y="9667875"/>
            <a:ext cx="133350" cy="133350"/>
          </a:xfrm>
          <a:prstGeom prst="ellipse">
            <a:avLst/>
          </a:prstGeom>
          <a:solidFill>
            <a:srgbClr val="3B4052"/>
          </a:solidFill>
          <a:ln/>
        </p:spPr>
      </p:sp>
      <p:sp>
        <p:nvSpPr>
          <p:cNvPr id="22" name="Shape 20"/>
          <p:cNvSpPr/>
          <p:nvPr/>
        </p:nvSpPr>
        <p:spPr>
          <a:xfrm>
            <a:off x="2714625" y="9667875"/>
            <a:ext cx="133350" cy="133350"/>
          </a:xfrm>
          <a:prstGeom prst="ellipse">
            <a:avLst/>
          </a:prstGeom>
          <a:solidFill>
            <a:srgbClr val="3B4052"/>
          </a:solidFill>
          <a:ln/>
        </p:spPr>
      </p:sp>
      <p:sp>
        <p:nvSpPr>
          <p:cNvPr id="23" name="Shape 21"/>
          <p:cNvSpPr/>
          <p:nvPr/>
        </p:nvSpPr>
        <p:spPr>
          <a:xfrm>
            <a:off x="2981325" y="9667875"/>
            <a:ext cx="133350" cy="13335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24" name="Shape 22"/>
          <p:cNvSpPr/>
          <p:nvPr/>
        </p:nvSpPr>
        <p:spPr>
          <a:xfrm>
            <a:off x="3248025" y="9667875"/>
            <a:ext cx="133350" cy="133350"/>
          </a:xfrm>
          <a:prstGeom prst="ellipse">
            <a:avLst/>
          </a:prstGeom>
          <a:solidFill>
            <a:srgbClr val="3B4052"/>
          </a:solidFill>
          <a:ln/>
        </p:spPr>
      </p:sp>
      <p:sp>
        <p:nvSpPr>
          <p:cNvPr id="25" name="Shape 23"/>
          <p:cNvSpPr/>
          <p:nvPr/>
        </p:nvSpPr>
        <p:spPr>
          <a:xfrm>
            <a:off x="3514725" y="9667875"/>
            <a:ext cx="133350" cy="133350"/>
          </a:xfrm>
          <a:prstGeom prst="ellipse">
            <a:avLst/>
          </a:prstGeom>
          <a:solidFill>
            <a:srgbClr val="3B4052"/>
          </a:solidFill>
          <a:ln/>
        </p:spPr>
      </p:sp>
      <p:sp>
        <p:nvSpPr>
          <p:cNvPr id="26" name="Text 24"/>
          <p:cNvSpPr/>
          <p:nvPr/>
        </p:nvSpPr>
        <p:spPr>
          <a:xfrm>
            <a:off x="4191000" y="9582150"/>
            <a:ext cx="8572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1" kern="0">
                <a:solidFill>
                  <a:srgbClr val="9A978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AI</a:t>
            </a:r>
            <a:r>
              <a:rPr lang="en-US" sz="1650" dirty="0" spc="-15" kern="0">
                <a:solidFill>
                  <a:srgbClr val="9A978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Agent</a:t>
            </a:r>
            <a:r>
              <a:rPr lang="en-US" sz="1650" dirty="0" spc="0" kern="0">
                <a:solidFill>
                  <a:srgbClr val="9A978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1650" dirty="0" spc="4" kern="0">
                <a:solidFill>
                  <a:srgbClr val="9A978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1650" dirty="0" spc="0" kern="0">
                <a:solidFill>
                  <a:srgbClr val="9A978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mới ·</a:t>
            </a:r>
            <a:r>
              <a:rPr lang="en-US" sz="1650" dirty="0" spc="1" kern="0">
                <a:solidFill>
                  <a:srgbClr val="9A978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0" kern="0">
                <a:solidFill>
                  <a:srgbClr val="9A978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14</a:t>
            </a:r>
            <a:r>
              <a:rPr lang="en-US" sz="1650" dirty="0" spc="-1" kern="0">
                <a:solidFill>
                  <a:srgbClr val="9A978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978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09/11</a:t>
            </a:r>
            <a:endParaRPr lang="en-US" sz="1650" dirty="0"/>
          </a:p>
        </p:txBody>
      </p:sp>
      <p:sp>
        <p:nvSpPr>
          <p:cNvPr id="27" name="Shape 25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8" name="Moda image moda-export-watermark-2b6c9cfc-447d-40ed-8e94-6a9fa42fe865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00100"/>
            <a:ext cx="14287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6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NHÌN</a:t>
            </a:r>
            <a:r>
              <a:rPr lang="en-US" sz="1950" b="1" spc="227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r>
              <a:rPr lang="en-US" sz="1950" b="1" spc="224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</a:t>
            </a:r>
            <a:r>
              <a:rPr lang="en-US" sz="1950" b="1" spc="205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LỜI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238250"/>
            <a:ext cx="16459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9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Câu</a:t>
            </a:r>
            <a:r>
              <a:rPr lang="en-US" sz="69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hỏi</a:t>
            </a:r>
            <a:r>
              <a:rPr lang="en-US" sz="6900" dirty="0" spc="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kiểm</a:t>
            </a:r>
            <a:r>
              <a:rPr lang="en-US" sz="6900" dirty="0" spc="-3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tra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2762250"/>
            <a:ext cx="8001000" cy="5715000"/>
          </a:xfrm>
          <a:prstGeom prst="roundRect">
            <a:avLst>
              <a:gd name="adj" fmla="val 4667"/>
            </a:avLst>
          </a:prstGeom>
          <a:solidFill>
            <a:srgbClr val="E8E0CF"/>
          </a:solidFill>
          <a:ln/>
        </p:spPr>
      </p:sp>
      <p:sp>
        <p:nvSpPr>
          <p:cNvPr id="5" name="Text 3"/>
          <p:cNvSpPr/>
          <p:nvPr/>
        </p:nvSpPr>
        <p:spPr>
          <a:xfrm>
            <a:off x="1371600" y="3143250"/>
            <a:ext cx="70866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b="1" spc="198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CÂU</a:t>
            </a:r>
            <a:r>
              <a:rPr lang="en-US" sz="2250" b="1" spc="226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HỎI</a:t>
            </a:r>
            <a:endParaRPr lang="en-US" sz="2250" dirty="0"/>
          </a:p>
        </p:txBody>
      </p:sp>
      <p:sp>
        <p:nvSpPr>
          <p:cNvPr id="6" name="Text 4"/>
          <p:cNvSpPr/>
          <p:nvPr/>
        </p:nvSpPr>
        <p:spPr>
          <a:xfrm>
            <a:off x="1371600" y="3905250"/>
            <a:ext cx="7086600" cy="4191000"/>
          </a:xfrm>
          <a:prstGeom prst="rect">
            <a:avLst/>
          </a:prstGeom>
          <a:noFill/>
          <a:ln/>
        </p:spPr>
        <p:txBody>
          <a:bodyPr wrap="square" lIns="0" tIns="15383" rIns="0" bIns="-15383" rtlCol="0" anchor="t"/>
          <a:lstStyle/>
          <a:p>
            <a:pPr algn="l" indent="0" marL="0">
              <a:lnSpc>
                <a:spcPts val="3705"/>
              </a:lnSpc>
              <a:buNone/>
            </a:pPr>
            <a:r>
              <a:rPr lang="en-US" sz="2850" b="1" dirty="0" spc="-1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Agent</a:t>
            </a:r>
            <a:r>
              <a:rPr lang="en-US" sz="285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đặt</a:t>
            </a:r>
            <a:r>
              <a:rPr lang="en-US" sz="2850" b="1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phòng</a:t>
            </a:r>
            <a:r>
              <a:rPr lang="en-US" sz="285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cần:</a:t>
            </a:r>
            <a:r>
              <a:rPr lang="en-US" sz="285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nếu</a:t>
            </a:r>
            <a:r>
              <a:rPr lang="en-US" sz="2850" b="1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hết</a:t>
            </a:r>
            <a:r>
              <a:rPr lang="en-US" sz="2850" b="1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phòng</a:t>
            </a:r>
            <a:r>
              <a:rPr lang="en-US" sz="28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thì</a:t>
            </a:r>
            <a:r>
              <a:rPr lang="en-US" sz="2850" b="1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gợi</a:t>
            </a:r>
            <a:r>
              <a:rPr lang="en-US" sz="285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ý</a:t>
            </a:r>
            <a:r>
              <a:rPr lang="en-US" sz="2850" b="1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phương</a:t>
            </a:r>
            <a:r>
              <a:rPr lang="en-US" sz="2850" b="1" dirty="0" spc="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án</a:t>
            </a:r>
            <a:r>
              <a:rPr lang="en-US" sz="28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khác,</a:t>
            </a:r>
            <a:r>
              <a:rPr lang="en-US" sz="2850" b="1" dirty="0" spc="-2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8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khách</a:t>
            </a:r>
            <a:r>
              <a:rPr lang="en-US" sz="2850" b="1" dirty="0" spc="5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ưu</a:t>
            </a:r>
            <a:r>
              <a:rPr lang="en-US" sz="28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tiên</a:t>
            </a:r>
            <a:r>
              <a:rPr lang="en-US" sz="28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thì</a:t>
            </a:r>
            <a:r>
              <a:rPr lang="en-US" sz="2850" b="1" dirty="0" spc="3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</a:t>
            </a:r>
            <a:r>
              <a:rPr lang="en-US" sz="2850" b="1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</a:t>
            </a:r>
            <a:r>
              <a:rPr lang="en-US" sz="285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quy</a:t>
            </a:r>
            <a:r>
              <a:rPr lang="en-US" sz="2850" b="1" dirty="0" spc="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trình</a:t>
            </a:r>
            <a:r>
              <a:rPr lang="en-US" sz="2850" b="1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riêng.</a:t>
            </a:r>
            <a:r>
              <a:rPr lang="en-US" sz="28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Hai</a:t>
            </a:r>
            <a:r>
              <a:rPr lang="en-US" sz="285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việc</a:t>
            </a:r>
            <a:r>
              <a:rPr lang="en-US" sz="2850" b="1" dirty="0" spc="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đó</a:t>
            </a:r>
            <a:r>
              <a:rPr lang="en-US" sz="28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</a:t>
            </a:r>
            <a:r>
              <a:rPr lang="en-US" sz="285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loại</a:t>
            </a:r>
            <a:r>
              <a:rPr lang="en-US" sz="28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cạnh</a:t>
            </a:r>
            <a:r>
              <a:rPr lang="en-US" sz="285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(edge)</a:t>
            </a:r>
            <a:r>
              <a:rPr lang="en-US" sz="285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nào của</a:t>
            </a:r>
            <a:r>
              <a:rPr lang="en-US" sz="2850" b="1" dirty="0" spc="-1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workflow?</a:t>
            </a:r>
            <a:endParaRPr lang="en-US" sz="2850" dirty="0"/>
          </a:p>
        </p:txBody>
      </p:sp>
      <p:sp>
        <p:nvSpPr>
          <p:cNvPr id="7" name="Shape 5"/>
          <p:cNvSpPr/>
          <p:nvPr/>
        </p:nvSpPr>
        <p:spPr>
          <a:xfrm>
            <a:off x="9372600" y="2762250"/>
            <a:ext cx="8001000" cy="5715000"/>
          </a:xfrm>
          <a:prstGeom prst="roundRect">
            <a:avLst>
              <a:gd name="adj" fmla="val 4667"/>
            </a:avLst>
          </a:prstGeom>
          <a:solidFill>
            <a:srgbClr val="14161C"/>
          </a:solidFill>
          <a:ln/>
        </p:spPr>
      </p:sp>
      <p:sp>
        <p:nvSpPr>
          <p:cNvPr id="8" name="Text 6"/>
          <p:cNvSpPr/>
          <p:nvPr/>
        </p:nvSpPr>
        <p:spPr>
          <a:xfrm>
            <a:off x="9829800" y="3143250"/>
            <a:ext cx="70866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b="1" spc="198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ĐÁP</a:t>
            </a:r>
            <a:r>
              <a:rPr lang="en-US" sz="2250" b="1" spc="228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ÁN</a:t>
            </a:r>
            <a:endParaRPr lang="en-US" sz="2250" dirty="0"/>
          </a:p>
        </p:txBody>
      </p:sp>
      <p:sp>
        <p:nvSpPr>
          <p:cNvPr id="9" name="Text 7"/>
          <p:cNvSpPr/>
          <p:nvPr/>
        </p:nvSpPr>
        <p:spPr>
          <a:xfrm>
            <a:off x="9829800" y="3905250"/>
            <a:ext cx="7086600" cy="4191000"/>
          </a:xfrm>
          <a:prstGeom prst="rect">
            <a:avLst/>
          </a:prstGeom>
          <a:noFill/>
          <a:ln/>
        </p:spPr>
        <p:txBody>
          <a:bodyPr wrap="square" lIns="0" tIns="10843" rIns="0" bIns="-10843" rtlCol="0" anchor="t"/>
          <a:lstStyle/>
          <a:p>
            <a:pPr algn="l" indent="0" marL="0">
              <a:lnSpc>
                <a:spcPts val="3848"/>
              </a:lnSpc>
              <a:spcAft>
                <a:spcPts val="1200"/>
              </a:spcAft>
              <a:buNone/>
            </a:pPr>
            <a:r>
              <a:rPr lang="en-US" sz="2850" dirty="0" spc="-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Hết</a:t>
            </a:r>
            <a:r>
              <a:rPr lang="en-US" sz="28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phòng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thì</a:t>
            </a:r>
            <a:r>
              <a:rPr lang="en-US" sz="2850" dirty="0" spc="-1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gợi</a:t>
            </a:r>
            <a:r>
              <a:rPr lang="en-US" sz="285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ý</a:t>
            </a:r>
            <a:r>
              <a:rPr lang="en-US" sz="2850" dirty="0" spc="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phương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án khác:</a:t>
            </a:r>
            <a:r>
              <a:rPr lang="en-US" sz="285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3848"/>
              </a:lnSpc>
              <a:spcAft>
                <a:spcPts val="1200"/>
              </a:spcAft>
              <a:buNone/>
            </a:pPr>
            <a:r>
              <a:rPr lang="en-US" sz="2850" b="1" dirty="0" spc="0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cạnh</a:t>
            </a:r>
            <a:r>
              <a:rPr lang="en-US" sz="2850" b="1" dirty="0" spc="-3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850" b="1" dirty="0" spc="18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điều</a:t>
            </a:r>
            <a:r>
              <a:rPr lang="en-US" sz="2850" b="1" dirty="0" spc="-1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kiện</a:t>
            </a:r>
            <a:pPr algn="l" indent="0" marL="0">
              <a:lnSpc>
                <a:spcPts val="3848"/>
              </a:lnSpc>
              <a:spcAft>
                <a:spcPts val="1200"/>
              </a:spcAft>
              <a:buNone/>
            </a:pPr>
            <a:r>
              <a:rPr lang="en-US" sz="285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.</a:t>
            </a:r>
            <a:endParaRPr lang="en-US" sz="2850" dirty="0"/>
          </a:p>
          <a:p>
            <a:pPr algn="l" indent="0" marL="0">
              <a:lnSpc>
                <a:spcPts val="3848"/>
              </a:lnSpc>
              <a:buNone/>
            </a:pPr>
            <a:r>
              <a:rPr lang="en-US" sz="28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Khách</a:t>
            </a:r>
            <a:r>
              <a:rPr lang="en-US" sz="2850" dirty="0" spc="3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ưu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tiên</a:t>
            </a:r>
            <a:r>
              <a:rPr lang="en-US" sz="2850" dirty="0" spc="4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quy</a:t>
            </a:r>
            <a:r>
              <a:rPr lang="en-US" sz="2850" dirty="0" spc="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trình</a:t>
            </a:r>
            <a:r>
              <a:rPr lang="en-US" sz="2850" dirty="0" spc="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riêng: </a:t>
            </a:r>
            <a:pPr algn="l" indent="0" marL="0">
              <a:lnSpc>
                <a:spcPts val="3848"/>
              </a:lnSpc>
              <a:buNone/>
            </a:pPr>
            <a:r>
              <a:rPr lang="en-US" sz="2850" b="1" dirty="0" spc="0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cạnh</a:t>
            </a:r>
            <a:r>
              <a:rPr lang="en-US" sz="2850" b="1" dirty="0" spc="-7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switch-case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.</a:t>
            </a:r>
            <a:endParaRPr lang="en-US" sz="2850" dirty="0"/>
          </a:p>
        </p:txBody>
      </p:sp>
      <p:sp>
        <p:nvSpPr>
          <p:cNvPr id="10" name="Shape 8"/>
          <p:cNvSpPr/>
          <p:nvPr/>
        </p:nvSpPr>
        <p:spPr>
          <a:xfrm>
            <a:off x="847725" y="966787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11" name="Shape 9"/>
          <p:cNvSpPr/>
          <p:nvPr/>
        </p:nvSpPr>
        <p:spPr>
          <a:xfrm>
            <a:off x="1114425" y="966787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12" name="Shape 10"/>
          <p:cNvSpPr/>
          <p:nvPr/>
        </p:nvSpPr>
        <p:spPr>
          <a:xfrm>
            <a:off x="1381125" y="966787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13" name="Shape 11"/>
          <p:cNvSpPr/>
          <p:nvPr/>
        </p:nvSpPr>
        <p:spPr>
          <a:xfrm>
            <a:off x="1647825" y="966787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14" name="Shape 12"/>
          <p:cNvSpPr/>
          <p:nvPr/>
        </p:nvSpPr>
        <p:spPr>
          <a:xfrm>
            <a:off x="1914525" y="966787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15" name="Shape 13"/>
          <p:cNvSpPr/>
          <p:nvPr/>
        </p:nvSpPr>
        <p:spPr>
          <a:xfrm>
            <a:off x="2181225" y="966787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16" name="Shape 14"/>
          <p:cNvSpPr/>
          <p:nvPr/>
        </p:nvSpPr>
        <p:spPr>
          <a:xfrm>
            <a:off x="2447925" y="966787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17" name="Shape 15"/>
          <p:cNvSpPr/>
          <p:nvPr/>
        </p:nvSpPr>
        <p:spPr>
          <a:xfrm>
            <a:off x="2714625" y="966787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18" name="Shape 16"/>
          <p:cNvSpPr/>
          <p:nvPr/>
        </p:nvSpPr>
        <p:spPr>
          <a:xfrm>
            <a:off x="2981325" y="966787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19" name="Shape 17"/>
          <p:cNvSpPr/>
          <p:nvPr/>
        </p:nvSpPr>
        <p:spPr>
          <a:xfrm>
            <a:off x="3248025" y="9667875"/>
            <a:ext cx="133350" cy="13335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20" name="Shape 18"/>
          <p:cNvSpPr/>
          <p:nvPr/>
        </p:nvSpPr>
        <p:spPr>
          <a:xfrm>
            <a:off x="3514725" y="966787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21" name="Text 19"/>
          <p:cNvSpPr/>
          <p:nvPr/>
        </p:nvSpPr>
        <p:spPr>
          <a:xfrm>
            <a:off x="4191000" y="9582150"/>
            <a:ext cx="8572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1" kern="0">
                <a:solidFill>
                  <a:srgbClr val="9A978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AI</a:t>
            </a:r>
            <a:r>
              <a:rPr lang="en-US" sz="1650" dirty="0" spc="-15" kern="0">
                <a:solidFill>
                  <a:srgbClr val="9A978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Agent</a:t>
            </a:r>
            <a:r>
              <a:rPr lang="en-US" sz="1650" dirty="0" spc="0" kern="0">
                <a:solidFill>
                  <a:srgbClr val="9A978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1650" dirty="0" spc="4" kern="0">
                <a:solidFill>
                  <a:srgbClr val="9A978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1650" dirty="0" spc="0" kern="0">
                <a:solidFill>
                  <a:srgbClr val="9A978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mới ·</a:t>
            </a:r>
            <a:r>
              <a:rPr lang="en-US" sz="1650" dirty="0" spc="1" kern="0">
                <a:solidFill>
                  <a:srgbClr val="9A978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0" kern="0">
                <a:solidFill>
                  <a:srgbClr val="9A978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14</a:t>
            </a:r>
            <a:r>
              <a:rPr lang="en-US" sz="1650" dirty="0" spc="-1" kern="0">
                <a:solidFill>
                  <a:srgbClr val="9A978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978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10/11</a:t>
            </a:r>
            <a:endParaRPr lang="en-US" sz="1650" dirty="0"/>
          </a:p>
        </p:txBody>
      </p:sp>
      <p:sp>
        <p:nvSpPr>
          <p:cNvPr id="22" name="Shape 20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3" name="Moda image moda-export-watermark-a60d35bb-469c-4499-8115-dbe2596a65b5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00100"/>
            <a:ext cx="14287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7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TỪ</a:t>
            </a:r>
            <a:r>
              <a:rPr lang="en-US" sz="1950" b="1" spc="226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VIẾT</a:t>
            </a:r>
            <a:r>
              <a:rPr lang="en-US" sz="1950" b="1" spc="127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TẮT</a:t>
            </a:r>
            <a:r>
              <a:rPr lang="en-US" sz="1950" b="1" spc="174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950" b="1" spc="225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238250"/>
            <a:ext cx="16459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9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Thuật</a:t>
            </a:r>
            <a:r>
              <a:rPr lang="en-US" sz="69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ngữ</a:t>
            </a:r>
            <a:r>
              <a:rPr lang="en-US" sz="6900" dirty="0" spc="-7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</a:t>
            </a:r>
            <a:r>
              <a:rPr lang="en-US" sz="69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nguồn</a:t>
            </a:r>
            <a:endParaRPr lang="en-US" sz="69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2476500"/>
          <a:ext cx="13716000" cy="914400"/>
        </p:xfrm>
        <a:graphic>
          <a:graphicData uri="http://schemas.openxmlformats.org/drawingml/2006/table">
            <a:tbl>
              <a:tblPr/>
              <a:tblGrid>
                <a:gridCol w="8229600"/>
                <a:gridCol w="8229600"/>
              </a:tblGrid>
              <a:tr h="7239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b="1" dirty="0" spc="2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MAF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3B4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1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dirty="0" spc="-11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Microsoft</a:t>
                      </a:r>
                      <a:r>
                        <a:rPr lang="en-US" sz="2100" dirty="0" spc="-23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Agent</a:t>
                      </a:r>
                      <a:r>
                        <a:rPr lang="en-US" sz="2100" dirty="0" spc="-25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Framework:</a:t>
                      </a:r>
                      <a:r>
                        <a:rPr lang="en-US" sz="2100" dirty="0" spc="0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khung</a:t>
                      </a:r>
                      <a:r>
                        <a:rPr lang="en-US" sz="2100" dirty="0" spc="16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dựng</a:t>
                      </a:r>
                      <a:r>
                        <a:rPr lang="en-US" sz="2100" dirty="0" spc="-16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agent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3B4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B4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12B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b="1" dirty="0" spc="1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LLM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3B4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3B4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4161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dirty="0" spc="-44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Large</a:t>
                      </a:r>
                      <a:r>
                        <a:rPr lang="en-US" sz="2100" dirty="0" spc="-15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Language</a:t>
                      </a:r>
                      <a:r>
                        <a:rPr lang="en-US" sz="2100" dirty="0" spc="-4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Model:</a:t>
                      </a:r>
                      <a:r>
                        <a:rPr lang="en-US" sz="2100" dirty="0" spc="-3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mô</a:t>
                      </a:r>
                      <a:r>
                        <a:rPr lang="en-US" sz="2100" dirty="0" spc="1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hình</a:t>
                      </a:r>
                      <a:r>
                        <a:rPr lang="en-US" sz="2100" dirty="0" spc="-9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ngôn</a:t>
                      </a:r>
                      <a:r>
                        <a:rPr lang="en-US" sz="2100" dirty="0" spc="0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ngữ</a:t>
                      </a:r>
                      <a:r>
                        <a:rPr lang="en-US" sz="2100" dirty="0" spc="-2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lớn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3B4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B4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B4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4161C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b="1" dirty="0" spc="6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SDK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3B4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3B4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E21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dirty="0" spc="-18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Software</a:t>
                      </a:r>
                      <a:r>
                        <a:rPr lang="en-US" sz="2100" dirty="0" spc="-12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Development</a:t>
                      </a:r>
                      <a:r>
                        <a:rPr lang="en-US" sz="2100" dirty="0" spc="-1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Kit:</a:t>
                      </a:r>
                      <a:r>
                        <a:rPr lang="en-US" sz="2100" dirty="0" spc="-8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bộ</a:t>
                      </a:r>
                      <a:r>
                        <a:rPr lang="en-US" sz="2100" dirty="0" spc="-2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công</a:t>
                      </a:r>
                      <a:r>
                        <a:rPr lang="en-US" sz="2100" dirty="0" spc="0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cụ</a:t>
                      </a:r>
                      <a:r>
                        <a:rPr lang="en-US" sz="2100" dirty="0" spc="-4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lập</a:t>
                      </a:r>
                      <a:r>
                        <a:rPr lang="en-US" sz="2100" dirty="0" spc="7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trình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3B4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B4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B4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E212B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b="1" dirty="0" spc="1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MCP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3B4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3B4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4161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dirty="0" spc="-4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Model</a:t>
                      </a:r>
                      <a:r>
                        <a:rPr lang="en-US" sz="2100" dirty="0" spc="-20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Context</a:t>
                      </a:r>
                      <a:r>
                        <a:rPr lang="en-US" sz="2100" dirty="0" spc="-17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Protocol:</a:t>
                      </a:r>
                      <a:r>
                        <a:rPr lang="en-US" sz="2100" dirty="0" spc="-15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agent</a:t>
                      </a:r>
                      <a:r>
                        <a:rPr lang="en-US" sz="2100" dirty="0" spc="0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nối</a:t>
                      </a:r>
                      <a:r>
                        <a:rPr lang="en-US" sz="2100" dirty="0" spc="-13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với</a:t>
                      </a:r>
                      <a:r>
                        <a:rPr lang="en-US" sz="2100" dirty="0" spc="-1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công cụ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3B4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B4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B4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4161C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b="1" dirty="0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A2A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3B4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3B4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E21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dirty="0" spc="-20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Agent-to-Agent:</a:t>
                      </a:r>
                      <a:r>
                        <a:rPr lang="en-US" sz="2100" dirty="0" spc="-4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các</a:t>
                      </a:r>
                      <a:r>
                        <a:rPr lang="en-US" sz="2100" dirty="0" spc="-15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agent</a:t>
                      </a:r>
                      <a:r>
                        <a:rPr lang="en-US" sz="2100" dirty="0" spc="-3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làm</a:t>
                      </a:r>
                      <a:r>
                        <a:rPr lang="en-US" sz="2100" dirty="0" spc="-2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việc</a:t>
                      </a:r>
                      <a:r>
                        <a:rPr lang="en-US" sz="2100" dirty="0" spc="1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cùng</a:t>
                      </a:r>
                      <a:r>
                        <a:rPr lang="en-US" sz="2100" dirty="0" spc="-1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nhau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3B4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B4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B4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E212B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b="1" dirty="0" spc="-79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OTel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3B4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3B4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4161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dirty="0" spc="-31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OpenTelemetry:</a:t>
                      </a:r>
                      <a:r>
                        <a:rPr lang="en-US" sz="2100" dirty="0" spc="-1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chuẩn</a:t>
                      </a:r>
                      <a:r>
                        <a:rPr lang="en-US" sz="2100" dirty="0" spc="-12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phát</a:t>
                      </a:r>
                      <a:r>
                        <a:rPr lang="en-US" sz="2100" dirty="0" spc="-2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dữ</a:t>
                      </a:r>
                      <a:r>
                        <a:rPr lang="en-US" sz="2100" dirty="0" spc="1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liệu</a:t>
                      </a:r>
                      <a:r>
                        <a:rPr lang="en-US" sz="2100" dirty="0" spc="-5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theo</a:t>
                      </a:r>
                      <a:r>
                        <a:rPr lang="en-US" sz="2100" dirty="0" spc="-3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dõi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3B4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B4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B4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4161C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b="1" dirty="0" spc="-26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RAG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3B4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3B4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E21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dirty="0" spc="-20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Retrieval</a:t>
                      </a:r>
                      <a:r>
                        <a:rPr lang="en-US" sz="2100" dirty="0" spc="-16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Augmented</a:t>
                      </a:r>
                      <a:r>
                        <a:rPr lang="en-US" sz="2100" dirty="0" spc="-11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Generation:</a:t>
                      </a:r>
                      <a:r>
                        <a:rPr lang="en-US" sz="2100" dirty="0" spc="-24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tra</a:t>
                      </a:r>
                      <a:r>
                        <a:rPr lang="en-US" sz="2100" dirty="0" spc="15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cứu</a:t>
                      </a:r>
                      <a:r>
                        <a:rPr lang="en-US" sz="2100" dirty="0" spc="-23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rồi</a:t>
                      </a:r>
                      <a:r>
                        <a:rPr lang="en-US" sz="2100" dirty="0" spc="-1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mới</a:t>
                      </a:r>
                      <a:r>
                        <a:rPr lang="en-US" sz="2100" dirty="0" spc="-24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trả</a:t>
                      </a:r>
                      <a:r>
                        <a:rPr lang="en-US" sz="2100" dirty="0" spc="-2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lời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3B4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B4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B4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E212B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914400" y="8572500"/>
            <a:ext cx="16459200" cy="666750"/>
          </a:xfrm>
          <a:prstGeom prst="rect">
            <a:avLst/>
          </a:prstGeom>
          <a:noFill/>
          <a:ln/>
        </p:spPr>
        <p:txBody>
          <a:bodyPr wrap="square" lIns="0" tIns="7414" rIns="0" bIns="-7414" rtlCol="0" anchor="t"/>
          <a:lstStyle/>
          <a:p>
            <a:pPr algn="l" indent="0" marL="0">
              <a:lnSpc>
                <a:spcPts val="2633"/>
              </a:lnSpc>
              <a:buNone/>
            </a:pPr>
            <a:r>
              <a:rPr lang="en-US" sz="1950" dirty="0" spc="9" kern="0">
                <a:solidFill>
                  <a:srgbClr val="9A978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Dựa</a:t>
            </a:r>
            <a:r>
              <a:rPr lang="en-US" sz="1950" dirty="0" spc="-15" kern="0">
                <a:solidFill>
                  <a:srgbClr val="9A978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trên</a:t>
            </a:r>
            <a:r>
              <a:rPr lang="en-US" sz="1950" dirty="0" spc="-3" kern="0">
                <a:solidFill>
                  <a:srgbClr val="9A978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950" dirty="0" spc="-2" kern="0">
                <a:solidFill>
                  <a:srgbClr val="9A978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14</a:t>
            </a:r>
            <a:r>
              <a:rPr lang="en-US" sz="1950" dirty="0" spc="0" kern="0">
                <a:solidFill>
                  <a:srgbClr val="9A978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1950" dirty="0" spc="-9" kern="0">
                <a:solidFill>
                  <a:srgbClr val="9A978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microsoft/ai-agents-for-beginners</a:t>
            </a:r>
            <a:r>
              <a:rPr lang="en-US" sz="1950" dirty="0" spc="2" kern="0">
                <a:solidFill>
                  <a:srgbClr val="9A978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(MIT</a:t>
            </a:r>
            <a:r>
              <a:rPr lang="en-US" sz="1950" dirty="0" spc="1" kern="0">
                <a:solidFill>
                  <a:srgbClr val="9A978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License,</a:t>
            </a:r>
            <a:r>
              <a:rPr lang="en-US" sz="1950" dirty="0" spc="-3" kern="0">
                <a:solidFill>
                  <a:srgbClr val="9A978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©</a:t>
            </a:r>
            <a:r>
              <a:rPr lang="en-US" sz="1950" dirty="0" spc="-9" kern="0">
                <a:solidFill>
                  <a:srgbClr val="9A978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Microsoft Corporation).</a:t>
            </a:r>
            <a:endParaRPr lang="en-US" sz="1950" dirty="0"/>
          </a:p>
        </p:txBody>
      </p:sp>
      <p:sp>
        <p:nvSpPr>
          <p:cNvPr id="6" name="Shape 3"/>
          <p:cNvSpPr/>
          <p:nvPr/>
        </p:nvSpPr>
        <p:spPr>
          <a:xfrm>
            <a:off x="847725" y="9667875"/>
            <a:ext cx="133350" cy="133350"/>
          </a:xfrm>
          <a:prstGeom prst="ellipse">
            <a:avLst/>
          </a:prstGeom>
          <a:solidFill>
            <a:srgbClr val="3B4052"/>
          </a:solidFill>
          <a:ln/>
        </p:spPr>
      </p:sp>
      <p:sp>
        <p:nvSpPr>
          <p:cNvPr id="7" name="Shape 4"/>
          <p:cNvSpPr/>
          <p:nvPr/>
        </p:nvSpPr>
        <p:spPr>
          <a:xfrm>
            <a:off x="1114425" y="9667875"/>
            <a:ext cx="133350" cy="133350"/>
          </a:xfrm>
          <a:prstGeom prst="ellipse">
            <a:avLst/>
          </a:prstGeom>
          <a:solidFill>
            <a:srgbClr val="3B4052"/>
          </a:solidFill>
          <a:ln/>
        </p:spPr>
      </p:sp>
      <p:sp>
        <p:nvSpPr>
          <p:cNvPr id="8" name="Shape 5"/>
          <p:cNvSpPr/>
          <p:nvPr/>
        </p:nvSpPr>
        <p:spPr>
          <a:xfrm>
            <a:off x="1381125" y="9667875"/>
            <a:ext cx="133350" cy="133350"/>
          </a:xfrm>
          <a:prstGeom prst="ellipse">
            <a:avLst/>
          </a:prstGeom>
          <a:solidFill>
            <a:srgbClr val="3B4052"/>
          </a:solidFill>
          <a:ln/>
        </p:spPr>
      </p:sp>
      <p:sp>
        <p:nvSpPr>
          <p:cNvPr id="9" name="Shape 6"/>
          <p:cNvSpPr/>
          <p:nvPr/>
        </p:nvSpPr>
        <p:spPr>
          <a:xfrm>
            <a:off x="1647825" y="9667875"/>
            <a:ext cx="133350" cy="133350"/>
          </a:xfrm>
          <a:prstGeom prst="ellipse">
            <a:avLst/>
          </a:prstGeom>
          <a:solidFill>
            <a:srgbClr val="3B4052"/>
          </a:solidFill>
          <a:ln/>
        </p:spPr>
      </p:sp>
      <p:sp>
        <p:nvSpPr>
          <p:cNvPr id="10" name="Shape 7"/>
          <p:cNvSpPr/>
          <p:nvPr/>
        </p:nvSpPr>
        <p:spPr>
          <a:xfrm>
            <a:off x="1914525" y="9667875"/>
            <a:ext cx="133350" cy="133350"/>
          </a:xfrm>
          <a:prstGeom prst="ellipse">
            <a:avLst/>
          </a:prstGeom>
          <a:solidFill>
            <a:srgbClr val="3B4052"/>
          </a:solidFill>
          <a:ln/>
        </p:spPr>
      </p:sp>
      <p:sp>
        <p:nvSpPr>
          <p:cNvPr id="11" name="Shape 8"/>
          <p:cNvSpPr/>
          <p:nvPr/>
        </p:nvSpPr>
        <p:spPr>
          <a:xfrm>
            <a:off x="2181225" y="9667875"/>
            <a:ext cx="133350" cy="133350"/>
          </a:xfrm>
          <a:prstGeom prst="ellipse">
            <a:avLst/>
          </a:prstGeom>
          <a:solidFill>
            <a:srgbClr val="3B4052"/>
          </a:solidFill>
          <a:ln/>
        </p:spPr>
      </p:sp>
      <p:sp>
        <p:nvSpPr>
          <p:cNvPr id="12" name="Shape 9"/>
          <p:cNvSpPr/>
          <p:nvPr/>
        </p:nvSpPr>
        <p:spPr>
          <a:xfrm>
            <a:off x="2447925" y="9667875"/>
            <a:ext cx="133350" cy="133350"/>
          </a:xfrm>
          <a:prstGeom prst="ellipse">
            <a:avLst/>
          </a:prstGeom>
          <a:solidFill>
            <a:srgbClr val="3B4052"/>
          </a:solidFill>
          <a:ln/>
        </p:spPr>
      </p:sp>
      <p:sp>
        <p:nvSpPr>
          <p:cNvPr id="13" name="Shape 10"/>
          <p:cNvSpPr/>
          <p:nvPr/>
        </p:nvSpPr>
        <p:spPr>
          <a:xfrm>
            <a:off x="2714625" y="9667875"/>
            <a:ext cx="133350" cy="133350"/>
          </a:xfrm>
          <a:prstGeom prst="ellipse">
            <a:avLst/>
          </a:prstGeom>
          <a:solidFill>
            <a:srgbClr val="3B4052"/>
          </a:solidFill>
          <a:ln/>
        </p:spPr>
      </p:sp>
      <p:sp>
        <p:nvSpPr>
          <p:cNvPr id="14" name="Shape 11"/>
          <p:cNvSpPr/>
          <p:nvPr/>
        </p:nvSpPr>
        <p:spPr>
          <a:xfrm>
            <a:off x="2981325" y="9667875"/>
            <a:ext cx="133350" cy="133350"/>
          </a:xfrm>
          <a:prstGeom prst="ellipse">
            <a:avLst/>
          </a:prstGeom>
          <a:solidFill>
            <a:srgbClr val="3B4052"/>
          </a:solidFill>
          <a:ln/>
        </p:spPr>
      </p:sp>
      <p:sp>
        <p:nvSpPr>
          <p:cNvPr id="15" name="Shape 12"/>
          <p:cNvSpPr/>
          <p:nvPr/>
        </p:nvSpPr>
        <p:spPr>
          <a:xfrm>
            <a:off x="3248025" y="9667875"/>
            <a:ext cx="133350" cy="133350"/>
          </a:xfrm>
          <a:prstGeom prst="ellipse">
            <a:avLst/>
          </a:prstGeom>
          <a:solidFill>
            <a:srgbClr val="3B4052"/>
          </a:solidFill>
          <a:ln/>
        </p:spPr>
      </p:sp>
      <p:sp>
        <p:nvSpPr>
          <p:cNvPr id="16" name="Shape 13"/>
          <p:cNvSpPr/>
          <p:nvPr/>
        </p:nvSpPr>
        <p:spPr>
          <a:xfrm>
            <a:off x="3514725" y="9667875"/>
            <a:ext cx="133350" cy="13335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17" name="Text 14"/>
          <p:cNvSpPr/>
          <p:nvPr/>
        </p:nvSpPr>
        <p:spPr>
          <a:xfrm>
            <a:off x="4191000" y="9582150"/>
            <a:ext cx="8572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1" kern="0">
                <a:solidFill>
                  <a:srgbClr val="9A978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AI</a:t>
            </a:r>
            <a:r>
              <a:rPr lang="en-US" sz="1650" dirty="0" spc="-15" kern="0">
                <a:solidFill>
                  <a:srgbClr val="9A978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Agent</a:t>
            </a:r>
            <a:r>
              <a:rPr lang="en-US" sz="1650" dirty="0" spc="0" kern="0">
                <a:solidFill>
                  <a:srgbClr val="9A978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1650" dirty="0" spc="4" kern="0">
                <a:solidFill>
                  <a:srgbClr val="9A978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1650" dirty="0" spc="0" kern="0">
                <a:solidFill>
                  <a:srgbClr val="9A978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mới ·</a:t>
            </a:r>
            <a:r>
              <a:rPr lang="en-US" sz="1650" dirty="0" spc="1" kern="0">
                <a:solidFill>
                  <a:srgbClr val="9A978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0" kern="0">
                <a:solidFill>
                  <a:srgbClr val="9A978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14</a:t>
            </a:r>
            <a:r>
              <a:rPr lang="en-US" sz="1650" dirty="0" spc="-1" kern="0">
                <a:solidFill>
                  <a:srgbClr val="9A978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0" kern="0">
                <a:solidFill>
                  <a:srgbClr val="9A978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11/11</a:t>
            </a:r>
            <a:endParaRPr lang="en-US" sz="1650" dirty="0"/>
          </a:p>
        </p:txBody>
      </p:sp>
      <p:sp>
        <p:nvSpPr>
          <p:cNvPr id="18" name="Shape 15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9" name="Moda image moda-export-watermark-cecb416c-3dbe-4da1-afe8-2b36f5a55a39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2026-10-20T10:47:07Z</dcterms:created>
  <dcterms:modified xsi:type="dcterms:W3CDTF">2026-10-20T10:47:07Z</dcterms:modified>
</cp:coreProperties>
</file>