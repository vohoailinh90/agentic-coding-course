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2476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vào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4364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4364" dirty="0" spc="-4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364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4364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4364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87630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85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r>
              <a:rPr lang="en-US" sz="28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-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8763000" cy="24765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span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dõi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 giá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offline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tầm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439400" y="1428750"/>
            <a:ext cx="6934200" cy="7429500"/>
          </a:xfrm>
          <a:prstGeom prst="roundRect">
            <a:avLst>
              <a:gd name="adj" fmla="val 4945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17716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b="1" spc="1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858500" y="2571750"/>
            <a:ext cx="6096000" cy="609600"/>
          </a:xfrm>
          <a:prstGeom prst="roundRect">
            <a:avLst>
              <a:gd name="adj" fmla="val 21875"/>
            </a:avLst>
          </a:prstGeom>
          <a:solidFill>
            <a:srgbClr val="7C9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4750" y="3486150"/>
            <a:ext cx="2476500" cy="609600"/>
          </a:xfrm>
          <a:prstGeom prst="roundRect">
            <a:avLst>
              <a:gd name="adj" fmla="val 21875"/>
            </a:avLst>
          </a:prstGeom>
          <a:solidFill>
            <a:srgbClr val="3DD6A0"/>
          </a:solidFill>
          <a:ln/>
        </p:spPr>
      </p:sp>
      <p:sp>
        <p:nvSpPr>
          <p:cNvPr id="11" name="Shape 9"/>
          <p:cNvSpPr/>
          <p:nvPr/>
        </p:nvSpPr>
        <p:spPr>
          <a:xfrm>
            <a:off x="13525500" y="4400550"/>
            <a:ext cx="2857500" cy="609600"/>
          </a:xfrm>
          <a:prstGeom prst="roundRect">
            <a:avLst>
              <a:gd name="adj" fmla="val 21875"/>
            </a:avLst>
          </a:prstGeom>
          <a:solidFill>
            <a:srgbClr val="FFB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0" y="5314950"/>
            <a:ext cx="1714500" cy="609600"/>
          </a:xfrm>
          <a:prstGeom prst="roundRect">
            <a:avLst>
              <a:gd name="adj" fmla="val 21875"/>
            </a:avLst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4287500" y="6229350"/>
            <a:ext cx="2286000" cy="609600"/>
          </a:xfrm>
          <a:prstGeom prst="roundRect">
            <a:avLst>
              <a:gd name="adj" fmla="val 21875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0858500" y="7239000"/>
            <a:ext cx="6096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250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250" dirty="0" spc="-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trong:</a:t>
            </a:r>
            <a:r>
              <a:rPr lang="en-US" sz="225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hộp</a:t>
            </a:r>
            <a:r>
              <a:rPr lang="en-US" sz="2250" dirty="0" spc="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</a:t>
            </a:r>
            <a:r>
              <a:rPr lang="en-US" sz="22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2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41c45e63-63bd-482c-b6c2-43e7459439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267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9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369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33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33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429000"/>
            <a:ext cx="4267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9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369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33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offline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429000"/>
            <a:ext cx="4267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9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369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mô hình hợp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6bc66a2-8a66-4574-aaf9-8c2cf88af8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1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hộp</a:t>
            </a:r>
            <a:r>
              <a:rPr lang="en-US" sz="81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đen.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81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hộp</a:t>
            </a:r>
            <a:r>
              <a:rPr lang="en-US" sz="81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kính.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5143500"/>
            <a:ext cx="164592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552450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Trace:</a:t>
            </a:r>
            <a:r>
              <a:rPr lang="en-US" sz="2400" b="1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b="1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603885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Span:</a:t>
            </a:r>
            <a:r>
              <a:rPr lang="en-US" sz="2250" dirty="0" spc="2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9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16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trace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6953250"/>
            <a:ext cx="4762500" cy="1238250"/>
          </a:xfrm>
          <a:prstGeom prst="roundRect">
            <a:avLst>
              <a:gd name="adj" fmla="val 15385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572250" y="6953250"/>
            <a:ext cx="4762500" cy="1238250"/>
          </a:xfrm>
          <a:prstGeom prst="roundRect">
            <a:avLst>
              <a:gd name="adj" fmla="val 15385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1811000" y="6953250"/>
            <a:ext cx="4762500" cy="1238250"/>
          </a:xfrm>
          <a:prstGeom prst="roundRect">
            <a:avLst>
              <a:gd name="adj" fmla="val 15385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54973a6-6051-4c02-abd7-2c3589e423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b="1" spc="2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4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Câu</a:t>
                      </a: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r>
                        <a:rPr lang="en-US" sz="24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nó</a:t>
                      </a:r>
                      <a:r>
                        <a:rPr lang="en-US" sz="2400" b="1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171450" marR="171450" marT="171450" marB="17145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Độ</a:t>
                      </a:r>
                      <a:r>
                        <a:rPr lang="en-US" sz="2400" b="1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trễ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r>
                        <a:rPr lang="en-US" sz="24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 nhanh</a:t>
                      </a:r>
                      <a:r>
                        <a:rPr lang="en-US" sz="240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40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mức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 phí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Mỗi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bao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nhiêu?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Lỗi</a:t>
                      </a:r>
                      <a:r>
                        <a:rPr lang="en-US" sz="2400" b="1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yêu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Bao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nhiêu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API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hay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 cụ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thất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bại?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Phản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hồi</a:t>
                      </a:r>
                      <a:r>
                        <a:rPr lang="en-US" sz="2400" b="1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rõ</a:t>
                      </a:r>
                      <a:r>
                        <a:rPr lang="en-US" sz="2400" b="1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ràng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chấm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thích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hay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không,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mấy</a:t>
                      </a:r>
                      <a:r>
                        <a:rPr lang="en-US" sz="24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Phản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hồi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ngầm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Họ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 hỏi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lại,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lặp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câu hỏi,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bấm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Độ</a:t>
                      </a: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chính</a:t>
                      </a:r>
                      <a:r>
                        <a:rPr lang="en-US" sz="2400" b="1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 đúng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bao nhiêu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Đánh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</a:t>
                      </a: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LLM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 thư viện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chấm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điểm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400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8" name="Shape 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Text 1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e6ce26e-90fe-4339-a912-222a812e98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THIẾT BỊ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Gắn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384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số;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005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4857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MAF</a:t>
            </a:r>
            <a:endParaRPr lang="en-US" sz="2550" dirty="0"/>
          </a:p>
        </p:txBody>
      </p:sp>
      <p:sp>
        <p:nvSpPr>
          <p:cNvPr id="8" name="Connector line-1792492004893-343510483"/>
          <p:cNvSpPr/>
          <p:nvPr/>
        </p:nvSpPr>
        <p:spPr>
          <a:xfrm>
            <a:off x="5486400" y="4762500"/>
            <a:ext cx="1371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6858000" y="3619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40005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OTel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0" y="4857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3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OpenTelemetry</a:t>
            </a:r>
            <a:endParaRPr lang="en-US" sz="2550" dirty="0"/>
          </a:p>
        </p:txBody>
      </p:sp>
      <p:sp>
        <p:nvSpPr>
          <p:cNvPr id="12" name="Connector line-1792492004897-62621699"/>
          <p:cNvSpPr/>
          <p:nvPr/>
        </p:nvSpPr>
        <p:spPr>
          <a:xfrm>
            <a:off x="11430000" y="4762500"/>
            <a:ext cx="1371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2801600" y="3619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0" y="400050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Nền</a:t>
            </a:r>
            <a:r>
              <a:rPr lang="en-US" sz="37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r>
              <a:rPr lang="en-US" sz="37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37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2801600" y="4857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Langfuse,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1437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Span</a:t>
            </a:r>
            <a:r>
              <a:rPr lang="en-US" sz="27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27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33500" y="781050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user_id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session_id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model_version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Text 28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d6348c0-c30f-4304-ad13-f618dde492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Offline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online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Offline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40957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550" dirty="0"/>
          </a:p>
        </p:txBody>
      </p:sp>
      <p:sp>
        <p:nvSpPr>
          <p:cNvPr id="7" name="Text richtext-1792492015912-69537667"/>
          <p:cNvSpPr/>
          <p:nvPr/>
        </p:nvSpPr>
        <p:spPr>
          <a:xfrm>
            <a:off x="1371600" y="4762500"/>
            <a:ext cx="70866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triển,</a:t>
            </a:r>
            <a:r>
              <a:rPr lang="en-US" sz="2550" dirty="0" spc="-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550" dirty="0" spc="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 độ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3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71600" y="685800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THÁCH</a:t>
            </a:r>
            <a:r>
              <a:rPr lang="en-US" sz="2250" b="1" dirty="0" spc="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" y="733425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-1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726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0" y="3143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Online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829800" y="40957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13" name="Text richtext-1792492015947-202446175"/>
          <p:cNvSpPr/>
          <p:nvPr/>
        </p:nvSpPr>
        <p:spPr>
          <a:xfrm>
            <a:off x="9829800" y="4762500"/>
            <a:ext cx="70866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550" dirty="0" spc="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lường</a:t>
            </a:r>
            <a:r>
              <a:rPr lang="en-US" sz="255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trôi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829800" y="685800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THÁCH</a:t>
            </a:r>
            <a:r>
              <a:rPr lang="en-US" sz="2250" b="1" dirty="0" spc="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829800" y="7334250"/>
            <a:ext cx="70866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cho</a:t>
            </a:r>
            <a:r>
              <a:rPr lang="en-US" sz="2550" dirty="0" spc="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2d0d1c6-9c81-40e7-834c-972be707a9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 bổ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sung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2362200" cy="2476500"/>
          </a:xfrm>
          <a:prstGeom prst="roundRect">
            <a:avLst>
              <a:gd name="adj" fmla="val 9677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offline</a:t>
            </a:r>
            <a:endParaRPr lang="en-US" sz="2550" dirty="0"/>
          </a:p>
        </p:txBody>
      </p:sp>
      <p:sp>
        <p:nvSpPr>
          <p:cNvPr id="5" name="Connector line-1792492033228-883231292"/>
          <p:cNvSpPr/>
          <p:nvPr/>
        </p:nvSpPr>
        <p:spPr>
          <a:xfrm>
            <a:off x="3276600" y="4476750"/>
            <a:ext cx="457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733800" y="3238500"/>
            <a:ext cx="2362200" cy="2476500"/>
          </a:xfrm>
          <a:prstGeom prst="roundRect">
            <a:avLst>
              <a:gd name="adj" fmla="val 967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550" dirty="0"/>
          </a:p>
        </p:txBody>
      </p:sp>
      <p:sp>
        <p:nvSpPr>
          <p:cNvPr id="7" name="Connector line-1792492033231-33614809"/>
          <p:cNvSpPr/>
          <p:nvPr/>
        </p:nvSpPr>
        <p:spPr>
          <a:xfrm>
            <a:off x="6096000" y="4476750"/>
            <a:ext cx="457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553200" y="3238500"/>
            <a:ext cx="2362200" cy="2476500"/>
          </a:xfrm>
          <a:prstGeom prst="roundRect">
            <a:avLst>
              <a:gd name="adj" fmla="val 967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</a:t>
            </a:r>
            <a:endParaRPr lang="en-US" sz="2550" dirty="0"/>
          </a:p>
        </p:txBody>
      </p:sp>
      <p:sp>
        <p:nvSpPr>
          <p:cNvPr id="9" name="Connector line-1792492033234-601615113"/>
          <p:cNvSpPr/>
          <p:nvPr/>
        </p:nvSpPr>
        <p:spPr>
          <a:xfrm>
            <a:off x="8915400" y="4476750"/>
            <a:ext cx="457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372600" y="3238500"/>
            <a:ext cx="2362200" cy="2476500"/>
          </a:xfrm>
          <a:prstGeom prst="roundRect">
            <a:avLst>
              <a:gd name="adj" fmla="val 967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 ca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1" name="Connector line-1792492033237-521574347"/>
          <p:cNvSpPr/>
          <p:nvPr/>
        </p:nvSpPr>
        <p:spPr>
          <a:xfrm>
            <a:off x="11734800" y="4476750"/>
            <a:ext cx="457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2192000" y="3238500"/>
            <a:ext cx="2362200" cy="2476500"/>
          </a:xfrm>
          <a:prstGeom prst="roundRect">
            <a:avLst>
              <a:gd name="adj" fmla="val 967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13" name="Connector line-1792492033239-920984640"/>
          <p:cNvSpPr/>
          <p:nvPr/>
        </p:nvSpPr>
        <p:spPr>
          <a:xfrm>
            <a:off x="14554200" y="4476750"/>
            <a:ext cx="457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5011400" y="3238500"/>
            <a:ext cx="2362200" cy="2476500"/>
          </a:xfrm>
          <a:prstGeom prst="roundRect">
            <a:avLst>
              <a:gd name="adj" fmla="val 967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550" dirty="0"/>
          </a:p>
        </p:txBody>
      </p:sp>
      <p:sp>
        <p:nvSpPr>
          <p:cNvPr id="15" name="Connector line-1792492033241-903844091"/>
          <p:cNvSpPr/>
          <p:nvPr/>
        </p:nvSpPr>
        <p:spPr>
          <a:xfrm>
            <a:off x="16192500" y="5715000"/>
            <a:ext cx="0" cy="133350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6" name="Connector line-1792492033242-336169298"/>
          <p:cNvSpPr/>
          <p:nvPr/>
        </p:nvSpPr>
        <p:spPr>
          <a:xfrm flipH="1">
            <a:off x="2095500" y="7048500"/>
            <a:ext cx="140970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7" name="Connector line-1792492033242-35457339"/>
          <p:cNvSpPr/>
          <p:nvPr/>
        </p:nvSpPr>
        <p:spPr>
          <a:xfrm flipV="1">
            <a:off x="2095500" y="5753100"/>
            <a:ext cx="0" cy="129540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914400" y="7429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-5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30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Text 28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6680185-e230-4ade-ab23-a6fee43e0a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4800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0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dirty="0" spc="-3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prompt;</a:t>
            </a:r>
            <a:r>
              <a:rPr lang="en-US" sz="255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nhiều</a:t>
            </a:r>
            <a:r>
              <a:rPr lang="en-US" sz="25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258300" y="276225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7400" y="304800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000" b="1" dirty="0" spc="-2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30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77400" y="381000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2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1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-2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rõ;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19125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300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b="1" dirty="0" spc="-3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695325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agent;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số,</a:t>
            </a:r>
            <a:r>
              <a:rPr lang="en-US" sz="25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prompt,</a:t>
            </a:r>
            <a:r>
              <a:rPr lang="en-US" sz="255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58300" y="5905500"/>
            <a:ext cx="81153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7400" y="6191250"/>
            <a:ext cx="7277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0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3000" b="1" dirty="0" spc="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6953250"/>
            <a:ext cx="7277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2550" dirty="0" spc="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agent;</a:t>
            </a:r>
            <a:r>
              <a:rPr lang="en-US" sz="255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2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a1ca14f-9d94-455c-85aa-7b9224f2c3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 chi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tầm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85750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857500" y="2895600"/>
            <a:ext cx="14097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mô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(SLM)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2857500" y="35814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giản;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lớn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 khó.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76250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95300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2857500" y="4991100"/>
            <a:ext cx="14097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mô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4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4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2857500" y="56769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mô hình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mới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85800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04850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2857500" y="7086600"/>
            <a:ext cx="14097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4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4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4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2857500" y="77724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chạm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ea74923-c071-42a2-8689-df21b5684a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3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câu.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33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3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33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33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3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3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298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ngầm: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r>
              <a:rPr lang="en-US" sz="30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hỏng,</a:t>
            </a:r>
            <a:r>
              <a:rPr lang="en-US" sz="30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ca</a:t>
            </a:r>
            <a:r>
              <a:rPr lang="en-US" sz="30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0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offline.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eb0437b-15fa-401b-b4b2-a098d29c41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Model: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Small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Model: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nhỏ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OTel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OpenTelemetry: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r>
                        <a:rPr lang="en-US" sz="24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phát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 theo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MAF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Microsoft</a:t>
                      </a:r>
                      <a:r>
                        <a:rPr lang="en-US" sz="240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400" dirty="0" spc="-2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Framework: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khung</a:t>
                      </a:r>
                      <a:r>
                        <a:rPr lang="en-US" sz="2400" dirty="0" spc="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4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CI/CD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</a:t>
                      </a:r>
                      <a:r>
                        <a:rPr lang="en-US" sz="240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40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phát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r>
                        <a:rPr lang="en-US" sz="240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A/B</a:t>
                      </a:r>
                      <a:r>
                        <a:rPr lang="en-US" sz="2400" b="1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test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song</a:t>
                      </a: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song</a:t>
                      </a:r>
                      <a:r>
                        <a:rPr lang="en-US" sz="24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cũ</a:t>
                      </a:r>
                      <a:r>
                        <a:rPr lang="en-US" sz="240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4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</a:t>
                      </a:r>
                      <a:r>
                        <a:rPr lang="en-US" sz="24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1915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100" dirty="0" spc="-17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1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210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210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2100" dirty="0" spc="-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2100" dirty="0" spc="-1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100" dirty="0" spc="-1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c37b64b-4592-4c41-838d-21c08e63b3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2026-10-20T10:29:45Z</dcterms:created>
  <dcterms:modified xsi:type="dcterms:W3CDTF">2026-10-20T10:29:45Z</dcterms:modified>
</cp:coreProperties>
</file>