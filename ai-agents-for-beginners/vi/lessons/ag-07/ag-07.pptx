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1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0"/>
    </p:embeddedFont>
    <p:embeddedFont>
      <p:font typeface="Be Vietnam Pro SemiBold"/>
      <p:regular r:id="rId22"/>
    </p:embeddedFont>
    <p:embeddedFont>
      <p:font typeface="JetBrains Mono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4287500" cy="2476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78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78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78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8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4286250"/>
            <a:ext cx="1238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7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850" dirty="0" spc="-6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850" dirty="0" spc="1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850" dirty="0" spc="-1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850" dirty="0" spc="4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xử</a:t>
            </a:r>
            <a:r>
              <a:rPr lang="en-US" sz="2850" dirty="0" spc="0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r>
              <a:rPr lang="en-US" sz="2850" dirty="0" spc="-6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850" dirty="0" spc="-5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850" dirty="0" spc="1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r>
              <a:rPr lang="en-US" sz="2850" dirty="0" spc="-3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850" dirty="0" spc="-2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làm</a:t>
            </a:r>
            <a:r>
              <a:rPr lang="en-US" sz="2850" dirty="0" spc="-7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850" dirty="0" spc="-5" kern="0">
                <a:solidFill>
                  <a:srgbClr val="FFB45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lèo?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4287500" y="1809750"/>
            <a:ext cx="2857500" cy="857250"/>
          </a:xfrm>
          <a:prstGeom prst="roundRect">
            <a:avLst>
              <a:gd name="adj" fmla="val 22222"/>
            </a:avLst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3048000"/>
            <a:ext cx="2286000" cy="666750"/>
          </a:xfrm>
          <a:prstGeom prst="roundRect">
            <a:avLst>
              <a:gd name="adj" fmla="val 25714"/>
            </a:avLst>
          </a:prstGeom>
          <a:solidFill>
            <a:srgbClr val="3DD6A0"/>
          </a:solidFill>
          <a:ln/>
        </p:spPr>
      </p:sp>
      <p:sp>
        <p:nvSpPr>
          <p:cNvPr id="8" name="Shape 6"/>
          <p:cNvSpPr/>
          <p:nvPr/>
        </p:nvSpPr>
        <p:spPr>
          <a:xfrm>
            <a:off x="14859000" y="4095750"/>
            <a:ext cx="2286000" cy="666750"/>
          </a:xfrm>
          <a:prstGeom prst="roundRect">
            <a:avLst>
              <a:gd name="adj" fmla="val 25714"/>
            </a:avLst>
          </a:prstGeom>
          <a:solidFill>
            <a:srgbClr val="7C93FF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0" y="5143500"/>
            <a:ext cx="2286000" cy="666750"/>
          </a:xfrm>
          <a:prstGeom prst="roundRect">
            <a:avLst>
              <a:gd name="adj" fmla="val 25714"/>
            </a:avLst>
          </a:prstGeom>
          <a:solidFill>
            <a:srgbClr val="FF6A4D"/>
          </a:solidFill>
          <a:ln/>
        </p:spPr>
      </p:sp>
      <p:sp>
        <p:nvSpPr>
          <p:cNvPr id="10" name="Connector line-1792493467609-64817128"/>
          <p:cNvSpPr/>
          <p:nvPr/>
        </p:nvSpPr>
        <p:spPr>
          <a:xfrm>
            <a:off x="14573250" y="2667000"/>
            <a:ext cx="0" cy="2809875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1" name="Connector line-1792493467610-324781721"/>
          <p:cNvSpPr/>
          <p:nvPr/>
        </p:nvSpPr>
        <p:spPr>
          <a:xfrm>
            <a:off x="14573250" y="3381375"/>
            <a:ext cx="2476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2" name="Connector line-1792493467610-582957844"/>
          <p:cNvSpPr/>
          <p:nvPr/>
        </p:nvSpPr>
        <p:spPr>
          <a:xfrm>
            <a:off x="14573250" y="4429125"/>
            <a:ext cx="2476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3" name="Connector line-1792493467610-270471037"/>
          <p:cNvSpPr/>
          <p:nvPr/>
        </p:nvSpPr>
        <p:spPr>
          <a:xfrm>
            <a:off x="14573250" y="5476875"/>
            <a:ext cx="2476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6667500"/>
            <a:ext cx="45720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715000" y="6667500"/>
            <a:ext cx="53340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277600" y="6667500"/>
            <a:ext cx="53340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4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d991790-f2d7-40f6-a1e1-09754c9d6e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00025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3143250" y="200025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81000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3143250" y="381000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con,</a:t>
            </a:r>
            <a:r>
              <a:rPr lang="en-US" sz="28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5619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561975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3143250" y="561975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ngờ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429500"/>
            <a:ext cx="1524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3143250" y="7429500"/>
            <a:ext cx="13716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f09eb41-0e0c-4042-a22c-dce6984b22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endParaRPr lang="en-US" sz="6600" dirty="0"/>
          </a:p>
        </p:txBody>
      </p:sp>
      <p:sp>
        <p:nvSpPr>
          <p:cNvPr id="3" name="Connector line-1792493469714-498425237"/>
          <p:cNvSpPr/>
          <p:nvPr/>
        </p:nvSpPr>
        <p:spPr>
          <a:xfrm>
            <a:off x="5676900" y="3048000"/>
            <a:ext cx="2419350" cy="1428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" name="Connector line-1792493469714-635324451"/>
          <p:cNvSpPr/>
          <p:nvPr/>
        </p:nvSpPr>
        <p:spPr>
          <a:xfrm flipV="1">
            <a:off x="5676900" y="5334000"/>
            <a:ext cx="2133600" cy="952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" name="Connector line-1792493469715-28066140"/>
          <p:cNvSpPr/>
          <p:nvPr/>
        </p:nvSpPr>
        <p:spPr>
          <a:xfrm flipH="1">
            <a:off x="10191750" y="3048000"/>
            <a:ext cx="2419350" cy="14287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Connector line-1792493469715-886652264"/>
          <p:cNvSpPr/>
          <p:nvPr/>
        </p:nvSpPr>
        <p:spPr>
          <a:xfrm flipH="1" flipV="1">
            <a:off x="10477500" y="5334000"/>
            <a:ext cx="2133600" cy="9525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Connector line-1792493469715-810636301"/>
          <p:cNvSpPr/>
          <p:nvPr/>
        </p:nvSpPr>
        <p:spPr>
          <a:xfrm flipV="1">
            <a:off x="9144000" y="6572250"/>
            <a:ext cx="0" cy="9525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810500" y="3905250"/>
            <a:ext cx="2667000" cy="266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47625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</a:t>
            </a:r>
            <a:r>
              <a:rPr lang="en-US" sz="40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466725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611100" y="228600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Thuê</a:t>
            </a:r>
            <a:r>
              <a:rPr lang="en-US" sz="27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611100" y="4667250"/>
            <a:ext cx="4762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810250" y="7524750"/>
            <a:ext cx="66675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58f7127-01ca-49a7-a15f-c23ecc134a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JSON?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6667500" cy="6667500"/>
          </a:xfrm>
          <a:prstGeom prst="roundRect">
            <a:avLst>
              <a:gd name="adj" fmla="val 4000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95500"/>
            <a:ext cx="6667500" cy="1905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19375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6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31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endParaRPr lang="en-US" sz="3150" dirty="0"/>
          </a:p>
        </p:txBody>
      </p:sp>
      <p:sp>
        <p:nvSpPr>
          <p:cNvPr id="6" name="Text richtext-1792493470489-230877826"/>
          <p:cNvSpPr/>
          <p:nvPr/>
        </p:nvSpPr>
        <p:spPr>
          <a:xfrm>
            <a:off x="1295400" y="3762375"/>
            <a:ext cx="59055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thoải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mái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Chương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đọc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8191500" y="2095500"/>
            <a:ext cx="9182100" cy="6667500"/>
          </a:xfrm>
          <a:prstGeom prst="roundRect">
            <a:avLst>
              <a:gd name="adj" fmla="val 4000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8191500" y="2095500"/>
            <a:ext cx="9182100" cy="19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2619375"/>
            <a:ext cx="838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3150" b="1" dirty="0" spc="-2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1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3150" dirty="0"/>
          </a:p>
        </p:txBody>
      </p:sp>
      <p:sp>
        <p:nvSpPr>
          <p:cNvPr id="10" name="Text richtext-1792493470510-816163589"/>
          <p:cNvSpPr/>
          <p:nvPr/>
        </p:nvSpPr>
        <p:spPr>
          <a:xfrm>
            <a:off x="8572500" y="3667125"/>
            <a:ext cx="838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Khuôn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JSON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Agent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572500" y="5334000"/>
            <a:ext cx="8420100" cy="3048000"/>
          </a:xfrm>
          <a:prstGeom prst="roundRect">
            <a:avLst>
              <a:gd name="adj" fmla="val 625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8858250" y="5524500"/>
            <a:ext cx="7905750" cy="2667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"main_task":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"...",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"subtasks":</a:t>
            </a:r>
            <a:r>
              <a:rPr lang="en-US" sz="2100" dirty="0" spc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"assigned_agent":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"flight_booking",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"task_details":</a:t>
            </a:r>
            <a:r>
              <a:rPr lang="en-US" sz="2100" dirty="0" spc="-1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"..."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 ]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a903e51b-e5b9-494a-a135-2fa6e10309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72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857500"/>
            <a:ext cx="28575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14825" y="2857500"/>
            <a:ext cx="2857500" cy="2095500"/>
          </a:xfrm>
          <a:prstGeom prst="roundRect">
            <a:avLst>
              <a:gd name="adj" fmla="val 10909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15250" y="2857500"/>
            <a:ext cx="28575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15675" y="2857500"/>
            <a:ext cx="28575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516100" y="2857500"/>
            <a:ext cx="2857500" cy="2095500"/>
          </a:xfrm>
          <a:prstGeom prst="roundRect">
            <a:avLst>
              <a:gd name="adj" fmla="val 109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8" name="Connector line-1792493539139-42259962"/>
          <p:cNvSpPr/>
          <p:nvPr/>
        </p:nvSpPr>
        <p:spPr>
          <a:xfrm>
            <a:off x="3810000" y="3905250"/>
            <a:ext cx="466725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93539139-563649580"/>
          <p:cNvSpPr/>
          <p:nvPr/>
        </p:nvSpPr>
        <p:spPr>
          <a:xfrm>
            <a:off x="7210425" y="3905250"/>
            <a:ext cx="466725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93539139-36717960"/>
          <p:cNvSpPr/>
          <p:nvPr/>
        </p:nvSpPr>
        <p:spPr>
          <a:xfrm>
            <a:off x="10610850" y="3905250"/>
            <a:ext cx="466725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93539139-964224152"/>
          <p:cNvSpPr/>
          <p:nvPr/>
        </p:nvSpPr>
        <p:spPr>
          <a:xfrm>
            <a:off x="14011275" y="3905250"/>
            <a:ext cx="466725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096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vụ:</a:t>
            </a:r>
            <a:r>
              <a:rPr lang="en-US" sz="2700" dirty="0" spc="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agent.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vụ: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chat.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9950a60-671a-4e34-9a11-6e7cd2e9b0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81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-9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67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67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7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675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7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675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đình</a:t>
            </a:r>
            <a:endParaRPr lang="en-US" sz="6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19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250" b="1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b="1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Nhiệm</a:t>
                      </a:r>
                      <a:r>
                        <a:rPr lang="en-US" sz="22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 vé</a:t>
                      </a: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 vé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khứ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hồi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Singapore</a:t>
                      </a:r>
                      <a:r>
                        <a:rPr lang="en-US" sz="225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Melbourne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sạn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sạn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thân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thiện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</a:t>
                      </a:r>
                      <a:r>
                        <a:rPr lang="en-US" sz="22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đình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Melbourne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Thuê</a:t>
                      </a:r>
                      <a:r>
                        <a:rPr lang="en-US" sz="22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Sắp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xếp</a:t>
                      </a:r>
                      <a:r>
                        <a:rPr lang="en-US" sz="225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xe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thuê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phù hợp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</a:t>
                      </a:r>
                      <a:r>
                        <a:rPr lang="en-US" sz="225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đình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bốn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Đặt</a:t>
                      </a:r>
                      <a:r>
                        <a:rPr lang="en-US" sz="22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hoạt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Liệt</a:t>
                      </a:r>
                      <a:r>
                        <a:rPr lang="en-US" sz="2250" dirty="0" spc="-3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</a:t>
                      </a:r>
                      <a:r>
                        <a:rPr lang="en-US" sz="22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hoạt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phù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</a:t>
                      </a:r>
                      <a:r>
                        <a:rPr lang="en-US" sz="22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Thông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2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điểm</a:t>
                      </a:r>
                      <a:r>
                        <a:rPr lang="en-US" sz="225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đến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Cung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cấp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Melbourne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d20dbc73-191d-4160-b55c-dfa53ba5c2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72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 lại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47750" y="1809750"/>
            <a:ext cx="4191000" cy="8191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048500" y="1809750"/>
            <a:ext cx="4191000" cy="819150"/>
          </a:xfrm>
          <a:prstGeom prst="roundRect">
            <a:avLst>
              <a:gd name="adj" fmla="val 50000"/>
            </a:avLst>
          </a:prstGeom>
          <a:solidFill>
            <a:srgbClr val="C231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-3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049250" y="1809750"/>
            <a:ext cx="4191000" cy="8191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700" b="1" dirty="0" spc="-1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b="1" dirty="0" spc="-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endParaRPr lang="en-US" sz="2700" dirty="0"/>
          </a:p>
        </p:txBody>
      </p:sp>
      <p:sp>
        <p:nvSpPr>
          <p:cNvPr id="6" name="Connector line-1792493540887-800008265"/>
          <p:cNvSpPr/>
          <p:nvPr/>
        </p:nvSpPr>
        <p:spPr>
          <a:xfrm>
            <a:off x="3143250" y="2724150"/>
            <a:ext cx="0" cy="49911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93540887-974807951"/>
          <p:cNvSpPr/>
          <p:nvPr/>
        </p:nvSpPr>
        <p:spPr>
          <a:xfrm>
            <a:off x="9144000" y="2724150"/>
            <a:ext cx="0" cy="49911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93540888-206613660"/>
          <p:cNvSpPr/>
          <p:nvPr/>
        </p:nvSpPr>
        <p:spPr>
          <a:xfrm>
            <a:off x="15144750" y="2724150"/>
            <a:ext cx="0" cy="49911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382125" y="302895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 vụ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endParaRPr lang="en-US" sz="2400" dirty="0"/>
          </a:p>
        </p:txBody>
      </p:sp>
      <p:sp>
        <p:nvSpPr>
          <p:cNvPr id="10" name="Connector line-1792493540890-563346949"/>
          <p:cNvSpPr/>
          <p:nvPr/>
        </p:nvSpPr>
        <p:spPr>
          <a:xfrm>
            <a:off x="9144000" y="3600450"/>
            <a:ext cx="5905500" cy="0"/>
          </a:xfrm>
          <a:prstGeom prst="line">
            <a:avLst/>
          </a:prstGeom>
          <a:noFill/>
          <a:ln w="57150">
            <a:solidFill>
              <a:srgbClr val="C2310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382125" y="426720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 hoặc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bất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ngờ</a:t>
            </a:r>
            <a:endParaRPr lang="en-US" sz="2400" dirty="0"/>
          </a:p>
        </p:txBody>
      </p:sp>
      <p:sp>
        <p:nvSpPr>
          <p:cNvPr id="12" name="Connector line-1792493540892-36396016"/>
          <p:cNvSpPr/>
          <p:nvPr/>
        </p:nvSpPr>
        <p:spPr>
          <a:xfrm flipH="1">
            <a:off x="9239250" y="4838700"/>
            <a:ext cx="5905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286125" y="5505450"/>
            <a:ext cx="571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chuyến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sớm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400" dirty="0"/>
          </a:p>
        </p:txBody>
      </p:sp>
      <p:sp>
        <p:nvSpPr>
          <p:cNvPr id="14" name="Connector line-1792493540895-560210507"/>
          <p:cNvSpPr/>
          <p:nvPr/>
        </p:nvSpPr>
        <p:spPr>
          <a:xfrm>
            <a:off x="3143250" y="6076950"/>
            <a:ext cx="5905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382125" y="6743700"/>
            <a:ext cx="552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 phần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2400" dirty="0"/>
          </a:p>
        </p:txBody>
      </p:sp>
      <p:sp>
        <p:nvSpPr>
          <p:cNvPr id="16" name="Connector line-1792493540897-713112407"/>
          <p:cNvSpPr/>
          <p:nvPr/>
        </p:nvSpPr>
        <p:spPr>
          <a:xfrm>
            <a:off x="9144000" y="7315200"/>
            <a:ext cx="5905500" cy="0"/>
          </a:xfrm>
          <a:prstGeom prst="line">
            <a:avLst/>
          </a:prstGeom>
          <a:noFill/>
          <a:ln w="57150">
            <a:solidFill>
              <a:srgbClr val="C2310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8096250"/>
            <a:ext cx="16459200" cy="85725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809625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 phản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 lập</a:t>
            </a:r>
            <a:r>
              <a:rPr lang="en-US" sz="25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557f119-be17-4ee9-83ae-12ad3a6da5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Magentic-One: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80581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238375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4200" dirty="0" spc="-3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95400" y="3286125"/>
            <a:ext cx="7296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550" dirty="0" spc="-3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15450" y="2000250"/>
            <a:ext cx="80581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6450" y="2238375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696450" y="3286125"/>
            <a:ext cx="7296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Giao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sẵn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143500"/>
            <a:ext cx="80581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381625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95400" y="6429375"/>
            <a:ext cx="7296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Giám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tiến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nhiệm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15450" y="5143500"/>
            <a:ext cx="80581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6450" y="5381625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200" dirty="0" spc="-3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696450" y="6429375"/>
            <a:ext cx="7296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Lập</a:t>
            </a:r>
            <a:r>
              <a:rPr lang="en-US" sz="2550" dirty="0" spc="-3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553126a-602d-400f-ba3c-f250fb784e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1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b="1" spc="2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3000" b="1" spc="1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b="1" spc="18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533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6667500" y="2476500"/>
            <a:ext cx="10706100" cy="2476500"/>
          </a:xfrm>
          <a:prstGeom prst="rect">
            <a:avLst/>
          </a:prstGeom>
          <a:noFill/>
          <a:ln/>
        </p:spPr>
        <p:txBody>
          <a:bodyPr wrap="square" lIns="0" tIns="29413" rIns="0" bIns="-29413" rtlCol="0" anchor="t"/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578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nhiệm</a:t>
            </a:r>
            <a:r>
              <a:rPr lang="en-US" sz="5786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5786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8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endParaRPr lang="en-US" sz="5786" dirty="0"/>
          </a:p>
          <a:p>
            <a:pPr algn="l" indent="0" marL="0">
              <a:lnSpc>
                <a:spcPts val="6480"/>
              </a:lnSpc>
              <a:buNone/>
            </a:pPr>
            <a:r>
              <a:rPr lang="en-US" sz="5786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8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5786" dirty="0" spc="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5786" dirty="0"/>
          </a:p>
          <a:p>
            <a:pPr algn="l" indent="0" marL="0">
              <a:lnSpc>
                <a:spcPts val="6480"/>
              </a:lnSpc>
              <a:buNone/>
            </a:pPr>
            <a:r>
              <a:rPr lang="en-US" sz="578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của</a:t>
            </a:r>
            <a:r>
              <a:rPr lang="en-US" sz="5786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5786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đình</a:t>
            </a:r>
            <a:endParaRPr lang="en-US" sz="5786" dirty="0"/>
          </a:p>
        </p:txBody>
      </p:sp>
      <p:sp>
        <p:nvSpPr>
          <p:cNvPr id="5" name="Text 3"/>
          <p:cNvSpPr/>
          <p:nvPr/>
        </p:nvSpPr>
        <p:spPr>
          <a:xfrm>
            <a:off x="6667500" y="5524500"/>
            <a:ext cx="1070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8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2</a:t>
            </a:r>
            <a:r>
              <a:rPr lang="en-US" sz="2850" dirty="0" spc="-1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trẻ,</a:t>
            </a:r>
            <a:r>
              <a:rPr lang="en-US" sz="28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85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Singapore</a:t>
            </a:r>
            <a:r>
              <a:rPr lang="en-US" sz="2850" dirty="0" spc="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8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Melbourne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7239000"/>
            <a:ext cx="3048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191000" y="7239000"/>
            <a:ext cx="3048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467600" y="7239000"/>
            <a:ext cx="3048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Thuê</a:t>
            </a:r>
            <a:r>
              <a:rPr lang="en-US" sz="22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744200" y="7239000"/>
            <a:ext cx="3048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Hoạt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4020800" y="7239000"/>
            <a:ext cx="33528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3bb9d5d-1b01-4b1f-8602-a69b240707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52400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nói muốn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bay</a:t>
            </a:r>
            <a:r>
              <a:rPr lang="en-US" sz="48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sớm</a:t>
            </a:r>
            <a:r>
              <a:rPr lang="en-US" sz="48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48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48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xong.</a:t>
            </a:r>
            <a:r>
              <a:rPr lang="en-US" sz="48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4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4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24000" y="7048500"/>
            <a:ext cx="152400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05000" y="7048500"/>
            <a:ext cx="14478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Gợi</a:t>
            </a:r>
            <a:r>
              <a:rPr lang="en-US" sz="25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ý:</a:t>
            </a:r>
            <a:r>
              <a:rPr lang="en-US" sz="2550" dirty="0" spc="-1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slide</a:t>
            </a:r>
            <a:r>
              <a:rPr lang="en-US" sz="2550" dirty="0" spc="-2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"Lập</a:t>
            </a:r>
            <a:r>
              <a:rPr lang="en-US" sz="2550" dirty="0" spc="-3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55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</a:t>
            </a:r>
            <a:r>
              <a:rPr lang="en-US" sz="25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 lại"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9" name="Moda image moda-export-watermark-370ae23b-3101-43db-9b9d-01c736203c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0975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11850624"/>
              </a:tblGrid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Thuật</a:t>
                      </a:r>
                      <a:r>
                        <a:rPr lang="en-US" sz="22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Định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</a:t>
                      </a: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trúc,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dễ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25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output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Đầu</a:t>
                      </a:r>
                      <a:r>
                        <a:rPr lang="en-US" sz="2250" dirty="0" spc="-3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khuôn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2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25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vì</a:t>
                      </a:r>
                      <a:r>
                        <a:rPr lang="en-US" sz="225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Planner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chia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tiêu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nhiệm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Orchestrator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phối: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250" dirty="0" spc="-3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hoạch, giao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việc,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25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28687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6012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89469713-d10e-459b-a958-0377463b55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2026-10-20T10:53:19Z</dcterms:created>
  <dcterms:modified xsi:type="dcterms:W3CDTF">2026-10-20T10:53:19Z</dcterms:modified>
</cp:coreProperties>
</file>