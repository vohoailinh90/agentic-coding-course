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476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81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Context</a:t>
            </a:r>
            <a:r>
              <a:rPr lang="en-US" sz="45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engineering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850" dirty="0" spc="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theo,</a:t>
            </a:r>
            <a:r>
              <a:rPr lang="en-US" sz="2850" dirty="0" spc="-2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2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477000"/>
            <a:ext cx="9144000" cy="2857500"/>
          </a:xfrm>
          <a:prstGeom prst="rect">
            <a:avLst/>
          </a:prstGeom>
          <a:noFill/>
          <a:ln/>
        </p:spPr>
        <p:txBody>
          <a:bodyPr wrap="square" lIns="0" tIns="-2572" rIns="0" bIns="2572" rtlCol="0" anchor="t"/>
          <a:lstStyle/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700" dirty="0"/>
          </a:p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700" dirty="0"/>
          </a:p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</a:t>
            </a:r>
            <a:endParaRPr lang="en-US" sz="270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572750" y="1428750"/>
            <a:ext cx="6800850" cy="7429500"/>
          </a:xfrm>
          <a:prstGeom prst="roundRect">
            <a:avLst>
              <a:gd name="adj" fmla="val 5042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91850" y="17335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1950" b="1" spc="158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1950" b="1" spc="151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33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950" b="1" spc="149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150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991850" y="2381250"/>
            <a:ext cx="5962650" cy="952500"/>
          </a:xfrm>
          <a:prstGeom prst="roundRect">
            <a:avLst>
              <a:gd name="adj" fmla="val 16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991850" y="3524250"/>
            <a:ext cx="5962650" cy="952500"/>
          </a:xfrm>
          <a:prstGeom prst="roundRect">
            <a:avLst>
              <a:gd name="adj" fmla="val 16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991850" y="4667250"/>
            <a:ext cx="5962650" cy="952500"/>
          </a:xfrm>
          <a:prstGeom prst="roundRect">
            <a:avLst>
              <a:gd name="adj" fmla="val 16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991850" y="5810250"/>
            <a:ext cx="5962650" cy="952500"/>
          </a:xfrm>
          <a:prstGeom prst="roundRect">
            <a:avLst>
              <a:gd name="adj" fmla="val 16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991850" y="6953250"/>
            <a:ext cx="5962650" cy="952500"/>
          </a:xfrm>
          <a:prstGeom prst="roundRect">
            <a:avLst>
              <a:gd name="adj" fmla="val 16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Sở thích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72ceb5bf-509e-4987-b6f2-421c455bc1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750" dirty="0"/>
          </a:p>
        </p:txBody>
      </p:sp>
      <p:sp>
        <p:nvSpPr>
          <p:cNvPr id="8" name="Text 6"/>
          <p:cNvSpPr/>
          <p:nvPr/>
        </p:nvSpPr>
        <p:spPr>
          <a:xfrm>
            <a:off x="129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33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3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9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10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7010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010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72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750" dirty="0"/>
          </a:p>
        </p:txBody>
      </p:sp>
      <p:sp>
        <p:nvSpPr>
          <p:cNvPr id="14" name="Text 12"/>
          <p:cNvSpPr/>
          <p:nvPr/>
        </p:nvSpPr>
        <p:spPr>
          <a:xfrm>
            <a:off x="1272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72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70f9cc3-0a76-4fca-bbe7-07276f7172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0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chuyến</a:t>
            </a:r>
            <a:r>
              <a:rPr lang="en-US" sz="6900" dirty="0" spc="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Paris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2571750"/>
            <a:ext cx="4000500" cy="762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143750" y="2571750"/>
            <a:ext cx="4000500" cy="762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144500" y="2571750"/>
            <a:ext cx="4000500" cy="762000"/>
          </a:xfrm>
          <a:prstGeom prst="roundRect">
            <a:avLst>
              <a:gd name="adj" fmla="val 25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Lịch,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400" dirty="0"/>
          </a:p>
        </p:txBody>
      </p:sp>
      <p:sp>
        <p:nvSpPr>
          <p:cNvPr id="7" name="Connector line-1792492434099-12192949"/>
          <p:cNvSpPr/>
          <p:nvPr/>
        </p:nvSpPr>
        <p:spPr>
          <a:xfrm>
            <a:off x="3143250" y="3333750"/>
            <a:ext cx="0" cy="55245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8" name="Connector line-1792492434099-360484975"/>
          <p:cNvSpPr/>
          <p:nvPr/>
        </p:nvSpPr>
        <p:spPr>
          <a:xfrm>
            <a:off x="9144000" y="3333750"/>
            <a:ext cx="0" cy="55245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9" name="Connector line-1792492434099-116923482"/>
          <p:cNvSpPr/>
          <p:nvPr/>
        </p:nvSpPr>
        <p:spPr>
          <a:xfrm>
            <a:off x="15144750" y="3333750"/>
            <a:ext cx="0" cy="55245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333750" y="3771900"/>
            <a:ext cx="561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"Đặt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chuyến</a:t>
            </a:r>
            <a:r>
              <a:rPr lang="en-US" sz="2250" b="1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Paris"</a:t>
            </a:r>
            <a:endParaRPr lang="en-US" sz="2250" dirty="0"/>
          </a:p>
        </p:txBody>
      </p:sp>
      <p:sp>
        <p:nvSpPr>
          <p:cNvPr id="11" name="Connector line-1792492434104-356912313"/>
          <p:cNvSpPr/>
          <p:nvPr/>
        </p:nvSpPr>
        <p:spPr>
          <a:xfrm>
            <a:off x="3143250" y="4476750"/>
            <a:ext cx="6000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334500" y="4762500"/>
            <a:ext cx="561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lịch: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rảnh</a:t>
            </a:r>
            <a:endParaRPr lang="en-US" sz="2250" dirty="0"/>
          </a:p>
        </p:txBody>
      </p:sp>
      <p:sp>
        <p:nvSpPr>
          <p:cNvPr id="13" name="Connector line-1792492434106-517121405"/>
          <p:cNvSpPr/>
          <p:nvPr/>
        </p:nvSpPr>
        <p:spPr>
          <a:xfrm>
            <a:off x="9144000" y="5257800"/>
            <a:ext cx="6000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334500" y="5543550"/>
            <a:ext cx="561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15" name="Connector line-1792492434110-86099093"/>
          <p:cNvSpPr/>
          <p:nvPr/>
        </p:nvSpPr>
        <p:spPr>
          <a:xfrm>
            <a:off x="9144000" y="6038850"/>
            <a:ext cx="6000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334500" y="6324600"/>
            <a:ext cx="561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endParaRPr lang="en-US" sz="2250" dirty="0"/>
          </a:p>
        </p:txBody>
      </p:sp>
      <p:sp>
        <p:nvSpPr>
          <p:cNvPr id="17" name="Connector line-1792492434114-38724802"/>
          <p:cNvSpPr/>
          <p:nvPr/>
        </p:nvSpPr>
        <p:spPr>
          <a:xfrm>
            <a:off x="9144000" y="6819900"/>
            <a:ext cx="6000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333750" y="7239000"/>
            <a:ext cx="5619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Tuần</a:t>
            </a: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2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rảnh.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chuyến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nhé?</a:t>
            </a:r>
            <a:endParaRPr lang="en-US" sz="2250" dirty="0"/>
          </a:p>
        </p:txBody>
      </p:sp>
      <p:sp>
        <p:nvSpPr>
          <p:cNvPr id="19" name="Connector line-1792492434118-801497399"/>
          <p:cNvSpPr/>
          <p:nvPr/>
        </p:nvSpPr>
        <p:spPr>
          <a:xfrm flipH="1">
            <a:off x="3143250" y="8286750"/>
            <a:ext cx="6000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Text 2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5a41aaa-2b9b-4d6b-aec4-c6fd5fadbd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0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69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engineering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 w="38100">
            <a:solidFill>
              <a:srgbClr val="6B6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1432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0" kern="0">
                <a:solidFill>
                  <a:srgbClr val="9A978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Prompt</a:t>
            </a:r>
            <a:r>
              <a:rPr lang="en-US" sz="4200" dirty="0" spc="3" kern="0">
                <a:solidFill>
                  <a:srgbClr val="9A978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engineering</a:t>
            </a:r>
            <a:endParaRPr lang="en-US" sz="4200" dirty="0"/>
          </a:p>
        </p:txBody>
      </p:sp>
      <p:sp>
        <p:nvSpPr>
          <p:cNvPr id="6" name="Text richtext-1792492443891-704231193"/>
          <p:cNvSpPr/>
          <p:nvPr/>
        </p:nvSpPr>
        <p:spPr>
          <a:xfrm>
            <a:off x="1371600" y="4286250"/>
            <a:ext cx="7086600" cy="3810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tĩnh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Dẫn</a:t>
            </a:r>
            <a:r>
              <a:rPr lang="en-US" sz="285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dắt</a:t>
            </a:r>
            <a:r>
              <a:rPr lang="en-US" sz="2850" dirty="0" spc="-2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1432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Context</a:t>
            </a:r>
            <a:r>
              <a:rPr lang="en-US" sz="42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engineering</a:t>
            </a:r>
            <a:endParaRPr lang="en-US" sz="4200" dirty="0"/>
          </a:p>
        </p:txBody>
      </p:sp>
      <p:sp>
        <p:nvSpPr>
          <p:cNvPr id="9" name="Text richtext-1792492443915-659251733"/>
          <p:cNvSpPr/>
          <p:nvPr/>
        </p:nvSpPr>
        <p:spPr>
          <a:xfrm>
            <a:off x="9829800" y="4286250"/>
            <a:ext cx="7086600" cy="3810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cần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588ff35-8d1a-4693-bcfa-59d9093a2f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950" b="1" spc="19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Ngữ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0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95400" y="3733800"/>
            <a:ext cx="44958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 hệ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15100" y="276225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6896100" y="302895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3000" b="1" dirty="0" spc="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96100" y="3733800"/>
            <a:ext cx="44958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15800" y="276225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2496800" y="302895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0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496800" y="3733800"/>
            <a:ext cx="44958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867400"/>
            <a:ext cx="805815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134100"/>
            <a:ext cx="7296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30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3000" b="1" dirty="0" spc="-1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3000" b="1" dirty="0" spc="-1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95400" y="6838950"/>
            <a:ext cx="729615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 càng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15450" y="5867400"/>
            <a:ext cx="805815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6134100"/>
            <a:ext cx="7296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Sở</a:t>
            </a:r>
            <a:r>
              <a:rPr lang="en-US" sz="30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3000" b="1" dirty="0" spc="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96450" y="6838950"/>
            <a:ext cx="729615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thích,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Text 28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7923e94-483e-478c-a639-6d8ddef5c5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b="1" spc="2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69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3238500"/>
          </a:xfrm>
          <a:prstGeom prst="roundRect">
            <a:avLst>
              <a:gd name="adj" fmla="val 8235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17587" rIns="0" bIns="-17587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3150" b="1" dirty="0" spc="-2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150" b="1" dirty="0" spc="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150" b="1" dirty="0" spc="-2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3150" b="1" dirty="0" spc="-3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19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7" name="Connector line-1792492469075-391417682"/>
          <p:cNvSpPr/>
          <p:nvPr/>
        </p:nvSpPr>
        <p:spPr>
          <a:xfrm>
            <a:off x="5867400" y="4476750"/>
            <a:ext cx="800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67500" y="2857500"/>
            <a:ext cx="4953000" cy="3238500"/>
          </a:xfrm>
          <a:prstGeom prst="roundRect">
            <a:avLst>
              <a:gd name="adj" fmla="val 8235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8500" y="3143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17587" rIns="0" bIns="-17587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3150" b="1" dirty="0" spc="-6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31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1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1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048500" y="4476750"/>
            <a:ext cx="419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gì,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550" dirty="0"/>
          </a:p>
        </p:txBody>
      </p:sp>
      <p:sp>
        <p:nvSpPr>
          <p:cNvPr id="11" name="Connector line-1792492469084-637599342"/>
          <p:cNvSpPr/>
          <p:nvPr/>
        </p:nvSpPr>
        <p:spPr>
          <a:xfrm>
            <a:off x="11620500" y="4476750"/>
            <a:ext cx="800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420600" y="2857500"/>
            <a:ext cx="4953000" cy="3238500"/>
          </a:xfrm>
          <a:prstGeom prst="roundRect">
            <a:avLst>
              <a:gd name="adj" fmla="val 8235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0" y="3143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17587" rIns="0" bIns="-17587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315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31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1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1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2801600" y="4476750"/>
            <a:ext cx="419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nào?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714375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300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30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33500" y="781050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RAG,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Text 27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3979cb9-31d1-4a74-9d36-4a042403f1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 THỰC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endParaRPr lang="en-US" sz="6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Sổ</a:t>
                      </a:r>
                      <a:r>
                        <a:rPr lang="en-US" sz="25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nháp</a:t>
                      </a:r>
                      <a:r>
                        <a:rPr lang="en-US" sz="25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5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Ghi chú</a:t>
                      </a:r>
                      <a:r>
                        <a:rPr lang="en-US" sz="25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5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phiên,</a:t>
                      </a:r>
                      <a:r>
                        <a:rPr lang="en-US" sz="255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5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ngoài</a:t>
                      </a:r>
                      <a:r>
                        <a:rPr lang="en-US" sz="255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cửa</a:t>
                      </a:r>
                      <a:r>
                        <a:rPr lang="en-US" sz="25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sổ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5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Lưu</a:t>
                      </a:r>
                      <a:r>
                        <a:rPr lang="en-US" sz="25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5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lấy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thông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nhiều phiên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Nén</a:t>
                      </a:r>
                      <a:r>
                        <a:rPr lang="en-US" sz="25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5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7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Tóm</a:t>
                      </a:r>
                      <a:r>
                        <a:rPr lang="en-US" sz="25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r>
                        <a:rPr lang="en-US" sz="25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5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cắt</a:t>
                      </a: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bớt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55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cửa</a:t>
                      </a:r>
                      <a:r>
                        <a:rPr lang="en-US" sz="25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sổ</a:t>
                      </a:r>
                      <a:r>
                        <a:rPr lang="en-US" sz="25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gần</a:t>
                      </a:r>
                      <a:r>
                        <a:rPr lang="en-US" sz="25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Hệ</a:t>
                      </a:r>
                      <a:r>
                        <a:rPr lang="en-US" sz="25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nhiều</a:t>
                      </a:r>
                      <a:r>
                        <a:rPr lang="en-US" sz="25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Mỗi</a:t>
                      </a:r>
                      <a:r>
                        <a:rPr lang="en-US" sz="25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55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cửa</a:t>
                      </a:r>
                      <a:r>
                        <a:rPr lang="en-US" sz="25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sổ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cảnh</a:t>
                      </a:r>
                      <a:r>
                        <a:rPr lang="en-US" sz="255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Môi</a:t>
                      </a:r>
                      <a:r>
                        <a:rPr lang="en-US" sz="255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trường</a:t>
                      </a:r>
                      <a:r>
                        <a:rPr lang="en-US" sz="2550" b="1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sandbox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Chạy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5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ngoài,</a:t>
                      </a:r>
                      <a:r>
                        <a:rPr lang="en-US" sz="25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550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550" dirty="0" spc="-3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kết</a:t>
                      </a:r>
                      <a:r>
                        <a:rPr lang="en-US" sz="25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Đối</a:t>
                      </a:r>
                      <a:r>
                        <a:rPr lang="en-US" sz="2550" b="1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tượng</a:t>
                      </a:r>
                      <a:r>
                        <a:rPr lang="en-US" sz="2550" b="1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trạng</a:t>
                      </a:r>
                      <a:r>
                        <a:rPr lang="en-US" sz="25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thái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Lưu</a:t>
                      </a:r>
                      <a:r>
                        <a:rPr lang="en-US" sz="2550" dirty="0" spc="-3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kết</a:t>
                      </a:r>
                      <a:r>
                        <a:rPr lang="en-US" sz="25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r>
                        <a:rPr lang="en-US" sz="25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từng</a:t>
                      </a:r>
                      <a:r>
                        <a:rPr lang="en-US" sz="25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bước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 khi</a:t>
                      </a:r>
                      <a:r>
                        <a:rPr lang="en-US" sz="25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6" name="Shape 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Text 1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1f08b7f-a722-4cfb-b186-859c7165ee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95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0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r>
              <a:rPr lang="en-US" sz="69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0990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30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30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0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3733800"/>
            <a:ext cx="72771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spcAft>
                <a:spcPts val="750"/>
              </a:spcAft>
              <a:buNone/>
            </a:pPr>
            <a:r>
              <a:rPr lang="en-US" sz="24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pPr algn="l" indent="0" marL="0">
              <a:lnSpc>
                <a:spcPts val="3120"/>
              </a:lnSpc>
              <a:spcAft>
                <a:spcPts val="750"/>
              </a:spcAft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kiểm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258300" y="276225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9677400" y="300990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Xao</a:t>
            </a:r>
            <a:r>
              <a:rPr lang="en-US" sz="30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77400" y="3733800"/>
            <a:ext cx="72771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spcAft>
                <a:spcPts val="750"/>
              </a:spcAft>
              <a:buNone/>
            </a:pPr>
            <a:r>
              <a:rPr lang="en-US" sz="24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pPr algn="l" indent="0" marL="0">
              <a:lnSpc>
                <a:spcPts val="3120"/>
              </a:lnSpc>
              <a:spcAft>
                <a:spcPts val="750"/>
              </a:spcAft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 quá lớn,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615315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Nhầm</a:t>
            </a:r>
            <a:r>
              <a:rPr lang="en-US" sz="30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6877050"/>
            <a:ext cx="72771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spcAft>
                <a:spcPts val="750"/>
              </a:spcAft>
              <a:buNone/>
            </a:pPr>
            <a:r>
              <a:rPr lang="en-US" sz="24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pPr algn="l" indent="0" marL="0">
              <a:lnSpc>
                <a:spcPts val="3120"/>
              </a:lnSpc>
              <a:spcAft>
                <a:spcPts val="750"/>
              </a:spcAft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bằng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258300" y="59055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9677400" y="615315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Xung</a:t>
            </a:r>
            <a:r>
              <a:rPr lang="en-US" sz="30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77400" y="6877050"/>
            <a:ext cx="72771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spcAft>
                <a:spcPts val="750"/>
              </a:spcAft>
              <a:buNone/>
            </a:pPr>
            <a:r>
              <a:rPr lang="en-US" sz="24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pPr algn="l" indent="0" marL="0">
              <a:lnSpc>
                <a:spcPts val="3120"/>
              </a:lnSpc>
              <a:spcAft>
                <a:spcPts val="750"/>
              </a:spcAft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thuẫn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2ab970cb-9a44-4313-b8dc-5baa2d9f38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3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SOI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nạp</a:t>
            </a:r>
            <a:r>
              <a:rPr lang="en-US" sz="78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424"/>
              </a:lnSpc>
              <a:buNone/>
            </a:pPr>
            <a:r>
              <a:rPr lang="en-US" sz="78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quá</a:t>
            </a:r>
            <a:r>
              <a:rPr lang="en-US" sz="78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pPr algn="l" indent="0" marL="0">
              <a:lnSpc>
                <a:spcPts val="8424"/>
              </a:lnSpc>
              <a:buNone/>
            </a:pP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sai,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thiếu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cảnh?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5143500" cy="1238250"/>
          </a:xfrm>
          <a:prstGeom prst="roundRect">
            <a:avLst>
              <a:gd name="adj" fmla="val 18462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72250" y="5334000"/>
            <a:ext cx="5143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230100" y="5334000"/>
            <a:ext cx="5143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71437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741045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43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spc="151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NHỎ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" y="792480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lượng,</a:t>
            </a:r>
            <a:r>
              <a:rPr lang="en-US" sz="28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2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danh,</a:t>
            </a:r>
            <a:r>
              <a:rPr lang="en-US" sz="28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8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7775ed7-1af3-40c9-a010-559031791a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716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850" b="1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thông",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"hạng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gia",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lộn</a:t>
            </a:r>
            <a:r>
              <a:rPr lang="en-US" sz="28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xộn.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298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2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Xung</a:t>
            </a:r>
            <a:r>
              <a:rPr lang="en-US" sz="28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8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Tỉa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dùng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6a165441-1a60-4c39-abbd-929acd1042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Large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Model: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Retrieval</a:t>
                      </a: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Augmented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Generation:</a:t>
                      </a:r>
                      <a:r>
                        <a:rPr lang="en-US" sz="22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2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cứu</a:t>
                      </a: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r>
                        <a:rPr lang="en-US" sz="22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Model</a:t>
                      </a:r>
                      <a:r>
                        <a:rPr lang="en-US" sz="225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Context</a:t>
                      </a:r>
                      <a:r>
                        <a:rPr lang="en-US" sz="22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Protocol: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25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Interface: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6675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2100" dirty="0" spc="-17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 của</a:t>
            </a:r>
            <a:r>
              <a:rPr lang="en-US" sz="2100" dirty="0" spc="-1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microsoft/ai-agents-for-beginners</a:t>
            </a:r>
            <a:r>
              <a:rPr lang="en-US" sz="210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2100" dirty="0" spc="-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 ©</a:t>
            </a:r>
            <a:r>
              <a:rPr lang="en-US" sz="2100" dirty="0" spc="-1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 Corporation).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dda483c7-4f61-4364-8dae-cc5eb971a5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2026-10-20T10:38:23Z</dcterms:created>
  <dcterms:modified xsi:type="dcterms:W3CDTF">2026-10-20T10:38:23Z</dcterms:modified>
</cp:coreProperties>
</file>