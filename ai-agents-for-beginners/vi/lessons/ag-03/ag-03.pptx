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2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429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573500" cy="1333500"/>
          </a:xfrm>
          <a:prstGeom prst="rect">
            <a:avLst/>
          </a:prstGeom>
          <a:noFill/>
          <a:ln/>
        </p:spPr>
        <p:txBody>
          <a:bodyPr wrap="square" lIns="0" tIns="59144" rIns="0" bIns="-59144" rtlCol="0" anchor="t"/>
          <a:lstStyle/>
          <a:p>
            <a:pPr algn="l" indent="0" marL="0">
              <a:lnSpc>
                <a:spcPts val="8383"/>
              </a:lnSpc>
              <a:buNone/>
            </a:pPr>
            <a:r>
              <a:rPr lang="en-US" sz="7762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Nguyên</a:t>
            </a:r>
            <a:r>
              <a:rPr lang="en-US" sz="7762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7762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7762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762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762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762" dirty="0"/>
          </a:p>
        </p:txBody>
      </p:sp>
      <p:sp>
        <p:nvSpPr>
          <p:cNvPr id="5" name="Text 3"/>
          <p:cNvSpPr/>
          <p:nvPr/>
        </p:nvSpPr>
        <p:spPr>
          <a:xfrm>
            <a:off x="914400" y="3714750"/>
            <a:ext cx="1619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6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3300" dirty="0" spc="-8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300" dirty="0" spc="13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3300" dirty="0" spc="10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3300" dirty="0" spc="-1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3300" dirty="0" spc="-17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3300" dirty="0" spc="-2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3300" dirty="0" spc="-26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300" dirty="0" spc="0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nắm</a:t>
            </a:r>
            <a:r>
              <a:rPr lang="en-US" sz="3300" dirty="0" spc="-15" kern="0">
                <a:solidFill>
                  <a:srgbClr val="FF6A4D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4287500" y="4667250"/>
            <a:ext cx="28575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5906750" y="4857750"/>
            <a:ext cx="1047750" cy="10477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7048500"/>
            <a:ext cx="40005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43500" y="7048500"/>
            <a:ext cx="51435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gian,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0" y="7048500"/>
            <a:ext cx="34290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0" y="7048500"/>
            <a:ext cx="314325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180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18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f5cc3a40-ac23-4f0d-877e-d55a811a85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7622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43250" y="27622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 thiết</a:t>
            </a:r>
            <a:r>
              <a:rPr lang="en-US" sz="315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9530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143250" y="4953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Nêu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1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chúng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14400" y="6953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71437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3143250" y="71437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1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e8eae558-538f-48b7-87c6-390917343a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con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8058150" cy="3048000"/>
          </a:xfrm>
          <a:prstGeom prst="roundRect">
            <a:avLst>
              <a:gd name="adj" fmla="val 8750"/>
            </a:avLst>
          </a:prstGeom>
          <a:solidFill>
            <a:srgbClr val="F8D9D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000250"/>
            <a:ext cx="7334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9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3300" b="1" dirty="0" spc="-24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3300" b="1" dirty="0" spc="-7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300" b="1" dirty="0" spc="16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3300" dirty="0"/>
          </a:p>
          <a:p>
            <a:pPr algn="l" indent="0" marL="0"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động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quyết</a:t>
            </a:r>
            <a:r>
              <a:rPr lang="en-US" sz="24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4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đề,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4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315450" y="2000250"/>
            <a:ext cx="8058150" cy="3048000"/>
          </a:xfrm>
          <a:prstGeom prst="roundRect">
            <a:avLst>
              <a:gd name="adj" fmla="val 875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9696450" y="2000250"/>
            <a:ext cx="7334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27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Lấp</a:t>
            </a:r>
            <a:r>
              <a:rPr lang="en-US" sz="3300" b="1" dirty="0" spc="-8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300" b="1" dirty="0" spc="-21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3300" b="1" dirty="0" spc="-4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3300" b="1" dirty="0" spc="11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300" dirty="0"/>
          </a:p>
          <a:p>
            <a:pPr algn="l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nắm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nhanh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lĩnh</a:t>
            </a:r>
            <a:r>
              <a:rPr lang="en-US" sz="24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vực,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thuật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5391150"/>
            <a:ext cx="8058150" cy="3048000"/>
          </a:xfrm>
          <a:prstGeom prst="roundRect">
            <a:avLst>
              <a:gd name="adj" fmla="val 875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391150"/>
            <a:ext cx="7334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</a:t>
            </a:r>
            <a:r>
              <a:rPr lang="en-US" sz="3300" b="1" dirty="0" spc="-20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3300" b="1" dirty="0" spc="-14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300" b="1" dirty="0" spc="-3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3300" dirty="0"/>
          </a:p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 làm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315450" y="5391150"/>
            <a:ext cx="8058150" cy="3048000"/>
          </a:xfrm>
          <a:prstGeom prst="roundRect">
            <a:avLst>
              <a:gd name="adj" fmla="val 8750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5391150"/>
            <a:ext cx="7334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3300" b="1" dirty="0" spc="-13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3300" b="1" dirty="0" spc="-19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300" b="1" dirty="0" spc="-9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300" dirty="0"/>
          </a:p>
          <a:p>
            <a:pPr algn="l" indent="0" marL="0">
              <a:buNone/>
            </a:pPr>
            <a:r>
              <a:rPr lang="en-US" sz="240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rèn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xúc, chánh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niệm,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bền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bỉ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f8b84b90-dbbc-40ee-8f65-a9555c297f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38125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381250"/>
            <a:ext cx="1543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4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3450" dirty="0"/>
          </a:p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môi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thế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2057400" y="4572000"/>
            <a:ext cx="153162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0" y="4572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endParaRPr lang="en-US" sz="3450" dirty="0"/>
          </a:p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cách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 hoạt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 quá khứ,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hiện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tại,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lai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3200400" y="6762750"/>
            <a:ext cx="141732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676275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3810000" y="6762750"/>
            <a:ext cx="13144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3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Lõi</a:t>
            </a:r>
            <a:endParaRPr lang="en-US" sz="3450" dirty="0"/>
          </a:p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chấp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bất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định,</a:t>
            </a:r>
            <a:r>
              <a:rPr lang="en-US" sz="255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xây</a:t>
            </a:r>
            <a:r>
              <a:rPr lang="en-US" sz="255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niềm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81c97fc7-60c1-4a83-b7a7-b945d1127a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Chiều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gian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7886700" cy="6477000"/>
          </a:xfrm>
          <a:prstGeom prst="roundRect">
            <a:avLst>
              <a:gd name="adj" fmla="val 4118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90750"/>
            <a:ext cx="7886700" cy="19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6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34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34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45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4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3450" dirty="0"/>
          </a:p>
        </p:txBody>
      </p:sp>
      <p:sp>
        <p:nvSpPr>
          <p:cNvPr id="6" name="Text richtext-1792492457631-183769635"/>
          <p:cNvSpPr/>
          <p:nvPr/>
        </p:nvSpPr>
        <p:spPr>
          <a:xfrm>
            <a:off x="1333500" y="4191000"/>
            <a:ext cx="7048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5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Kết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kiện,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endParaRPr lang="en-US" sz="2550" dirty="0"/>
          </a:p>
          <a:p>
            <a:pPr algn="l" marL="323850" indent="-231371"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4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Kéo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thế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coi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86900" y="2190750"/>
            <a:ext cx="7886700" cy="6477000"/>
          </a:xfrm>
          <a:prstGeom prst="roundRect">
            <a:avLst>
              <a:gd name="adj" fmla="val 411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486900" y="2190750"/>
            <a:ext cx="7886700" cy="19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2762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34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4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cận</a:t>
            </a:r>
            <a:r>
              <a:rPr lang="en-US" sz="3450" b="1" dirty="0" spc="2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4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34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450" b="1" dirty="0" spc="-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34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3450" dirty="0"/>
          </a:p>
        </p:txBody>
      </p:sp>
      <p:sp>
        <p:nvSpPr>
          <p:cNvPr id="10" name="Text richtext-1792492457671-965977943"/>
          <p:cNvSpPr/>
          <p:nvPr/>
        </p:nvSpPr>
        <p:spPr>
          <a:xfrm>
            <a:off x="9906000" y="4191000"/>
            <a:ext cx="7048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Chạy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ngầm,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nhắc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phù hợp</a:t>
            </a:r>
            <a:endParaRPr lang="en-US" sz="2550" dirty="0"/>
          </a:p>
          <a:p>
            <a:pPr algn="l" marL="323850" indent="-231371"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Dùng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Đường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bạch,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soát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e1282241-7506-4c1f-8eaf-c57c936ea5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Chiều</a:t>
            </a:r>
            <a:r>
              <a:rPr lang="en-US" sz="75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7500" dirty="0"/>
          </a:p>
        </p:txBody>
      </p:sp>
      <p:sp>
        <p:nvSpPr>
          <p:cNvPr id="3" name="Connector line-1792492498155-530557167"/>
          <p:cNvSpPr/>
          <p:nvPr/>
        </p:nvSpPr>
        <p:spPr>
          <a:xfrm>
            <a:off x="1905000" y="3810000"/>
            <a:ext cx="14478000" cy="0"/>
          </a:xfrm>
          <a:prstGeom prst="line">
            <a:avLst/>
          </a:prstGeom>
          <a:noFill/>
          <a:ln w="762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952750" y="3333750"/>
            <a:ext cx="952500" cy="952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5" name="Shape 3"/>
          <p:cNvSpPr/>
          <p:nvPr/>
        </p:nvSpPr>
        <p:spPr>
          <a:xfrm>
            <a:off x="8667750" y="3333750"/>
            <a:ext cx="952500" cy="952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Shape 4"/>
          <p:cNvSpPr/>
          <p:nvPr/>
        </p:nvSpPr>
        <p:spPr>
          <a:xfrm>
            <a:off x="14382750" y="3333750"/>
            <a:ext cx="952500" cy="952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2952750" y="352425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67750" y="352425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382750" y="3524250"/>
            <a:ext cx="95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47750" y="46672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36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47750" y="561975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Nhìn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lịch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sử,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gồm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cảnh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6762750" y="46672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36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762750" y="561975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Gợi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nhẹ hơn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 báo tin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77750" y="46672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 spc="-4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36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477750" y="561975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Thích nghi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ed1015c-dc93-4469-9ccc-b3a20c7642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Chiều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lõi: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niềm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7500" dirty="0"/>
          </a:p>
        </p:txBody>
      </p:sp>
      <p:sp>
        <p:nvSpPr>
          <p:cNvPr id="3" name="Connector line-1792492508880-675720359"/>
          <p:cNvSpPr/>
          <p:nvPr/>
        </p:nvSpPr>
        <p:spPr>
          <a:xfrm>
            <a:off x="5867400" y="4000500"/>
            <a:ext cx="1847850" cy="1333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2492508881-861205577"/>
          <p:cNvSpPr/>
          <p:nvPr/>
        </p:nvSpPr>
        <p:spPr>
          <a:xfrm flipV="1">
            <a:off x="5867400" y="6191250"/>
            <a:ext cx="1847850" cy="12382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5" name="Connector line-1792492508881-680097087"/>
          <p:cNvSpPr/>
          <p:nvPr/>
        </p:nvSpPr>
        <p:spPr>
          <a:xfrm flipH="1">
            <a:off x="10572750" y="4000500"/>
            <a:ext cx="1847850" cy="1333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Connector line-1792492508881-613376013"/>
          <p:cNvSpPr/>
          <p:nvPr/>
        </p:nvSpPr>
        <p:spPr>
          <a:xfrm flipH="1" flipV="1">
            <a:off x="10572750" y="6191250"/>
            <a:ext cx="1847850" cy="12382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524750" y="4143375"/>
            <a:ext cx="3238500" cy="3238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0" y="5191125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Niềm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Chấp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 bạch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4206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206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 thị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bbb91a02-5f09-4f2c-9c95-b7df8815c9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 dụng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47650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bạch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38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Cho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 thế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7225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F3DFB8"/>
          </a:solidFill>
          <a:ln/>
        </p:spPr>
      </p:sp>
      <p:sp>
        <p:nvSpPr>
          <p:cNvPr id="9" name="Shape 7"/>
          <p:cNvSpPr/>
          <p:nvPr/>
        </p:nvSpPr>
        <p:spPr>
          <a:xfrm>
            <a:off x="6572250" y="247650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953250" y="304800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6953250" y="4572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4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953250" y="5715000"/>
            <a:ext cx="438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Cho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tùy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chỉnh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nắm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quyền,</a:t>
            </a:r>
            <a:r>
              <a:rPr lang="en-US" sz="2550" dirty="0" spc="-3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kể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khả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quên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23010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F3D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30100" y="247650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1100" y="304800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500" dirty="0"/>
          </a:p>
        </p:txBody>
      </p:sp>
      <p:sp>
        <p:nvSpPr>
          <p:cNvPr id="16" name="Text 14"/>
          <p:cNvSpPr/>
          <p:nvPr/>
        </p:nvSpPr>
        <p:spPr>
          <a:xfrm>
            <a:off x="12611100" y="4572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34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2611100" y="5715000"/>
            <a:ext cx="438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Trải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nghiệm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tử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quen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thuộc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af60d9c-6e6e-401e-877b-bd9405ec7c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dụ:</a:t>
            </a:r>
            <a:r>
              <a:rPr lang="en-US" sz="72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 lịch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95500"/>
          <a:ext cx="13716000" cy="914400"/>
        </p:xfrm>
        <a:graphic>
          <a:graphicData uri="http://schemas.openxmlformats.org/drawingml/2006/table">
            <a:tbl>
              <a:tblPr/>
              <a:tblGrid>
                <a:gridCol w="3950208"/>
                <a:gridCol w="12508992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Hướng</a:t>
                      </a:r>
                      <a:r>
                        <a:rPr lang="en-US" sz="240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Minh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bạch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Báo</a:t>
                      </a:r>
                      <a:r>
                        <a:rPr lang="en-US" sz="240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đây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AI, có lời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chào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mẫu,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400" dirty="0" spc="-2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rõ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cách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phản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soát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Chỉnh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System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Prompt,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r>
                        <a:rPr lang="en-US" sz="24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dài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phong,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xem</a:t>
                      </a:r>
                      <a:r>
                        <a:rPr lang="en-US" sz="24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Nhất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Biểu</a:t>
                      </a:r>
                      <a:r>
                        <a:rPr lang="en-US" sz="24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tượng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quen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thuộc:</a:t>
                      </a:r>
                      <a:r>
                        <a:rPr lang="en-US" sz="2400" dirty="0" spc="-2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kẹp</a:t>
                      </a:r>
                      <a:r>
                        <a:rPr lang="en-US" sz="24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giấy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4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tệp,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biểu</a:t>
                      </a:r>
                      <a:r>
                        <a:rPr lang="en-US" sz="24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tượng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 ảnh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4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họa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a3466913-8950-4925-b0e5-73ad8c984a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8382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459200" cy="314325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63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3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63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cuộc</a:t>
            </a:r>
            <a:r>
              <a:rPr lang="en-US" sz="6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63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16459200" cy="2476500"/>
          </a:xfrm>
          <a:prstGeom prst="roundRect">
            <a:avLst>
              <a:gd name="adj" fmla="val 10769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228600" cy="2476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715000"/>
            <a:ext cx="15430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550" dirty="0"/>
          </a:p>
          <a:p>
            <a:pPr algn="l" indent="0" marL="0"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soát: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1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tệp,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liệu,</a:t>
            </a:r>
            <a:r>
              <a:rPr lang="en-US" sz="31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prompt,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cuộc</a:t>
            </a: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31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chuyện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4cd5fa4a-eb4b-4ba8-88c9-baba9b3289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0025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4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trí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tuệ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nhân</a:t>
                      </a:r>
                      <a:r>
                        <a:rPr lang="en-US" sz="24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UX</a:t>
                      </a: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(User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Experience)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trải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nghiệm</a:t>
                      </a:r>
                      <a:r>
                        <a:rPr lang="en-US" sz="24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UI</a:t>
                      </a: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(User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4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Prompt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lời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nhắc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40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yêu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gõ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 AI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System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nền</a:t>
                      </a:r>
                      <a:r>
                        <a:rPr lang="en-US" sz="240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cách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cư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7524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210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beb5bd47-1d3d-4b46-beea-b8bc753107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2026-10-20T10:37:50Z</dcterms:created>
  <dcterms:modified xsi:type="dcterms:W3CDTF">2026-10-20T10:37:50Z</dcterms:modified>
</cp:coreProperties>
</file>