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embeddedFontLst>
    <p:embeddedFont>
      <p:font typeface="Be Vietnam Pro"/>
      <p:regular r:id="rId20"/>
      <p:bold r:id="rId18"/>
    </p:embeddedFont>
    <p:embeddedFont>
      <p:font typeface="Bricolage Grotesque ExtraBold"/>
      <p:regular r:id="rId19"/>
    </p:embeddedFont>
    <p:embeddedFont>
      <p:font typeface="JetBrains Mono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950" b="1" spc="21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95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1950" b="1" spc="22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9525000" cy="24765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Triển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khai</a:t>
            </a:r>
            <a:r>
              <a:rPr lang="en-US" sz="7800" dirty="0" spc="-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endParaRPr lang="en-US" sz="7800" dirty="0"/>
          </a:p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mở</a:t>
            </a:r>
            <a:r>
              <a:rPr lang="en-US" sz="78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rộng</a:t>
            </a:r>
            <a:r>
              <a:rPr lang="en-US" sz="7800" dirty="0" spc="-9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4000500"/>
            <a:ext cx="9144000" cy="10477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700" dirty="0" spc="-3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70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700" dirty="0" spc="-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2700" dirty="0" spc="5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700" dirty="0" spc="-18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700" dirty="0" spc="-8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700" dirty="0" spc="-24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dirty="0" spc="-1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dirty="0" spc="-5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700" dirty="0" spc="-17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19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700" dirty="0" spc="-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</a:t>
            </a:r>
            <a:r>
              <a:rPr lang="en-US" sz="270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700" dirty="0" spc="-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700" dirty="0" spc="-3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nghìn</a:t>
            </a:r>
            <a:r>
              <a:rPr lang="en-US" sz="270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5524500"/>
            <a:ext cx="9334500" cy="3810000"/>
          </a:xfrm>
          <a:prstGeom prst="rect">
            <a:avLst/>
          </a:prstGeom>
          <a:noFill/>
          <a:ln/>
        </p:spPr>
        <p:txBody>
          <a:bodyPr wrap="square" lIns="0" tIns="-2286" rIns="0" bIns="2286" rtlCol="0" anchor="t"/>
          <a:lstStyle/>
          <a:p>
            <a:pPr algn="l" indent="0" marL="0">
              <a:lnSpc>
                <a:spcPts val="3600"/>
              </a:lnSpc>
              <a:spcAft>
                <a:spcPts val="300"/>
              </a:spcAft>
              <a:buNone/>
            </a:pPr>
            <a:r>
              <a:rPr lang="en-US" sz="240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lnSpc>
                <a:spcPts val="3600"/>
              </a:lnSpc>
              <a:spcAft>
                <a:spcPts val="300"/>
              </a:spcAft>
              <a:buNone/>
            </a:pPr>
            <a:r>
              <a:rPr lang="en-US" sz="24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4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endParaRPr lang="en-US" sz="2400" dirty="0"/>
          </a:p>
          <a:p>
            <a:pPr algn="l" indent="0" marL="0">
              <a:lnSpc>
                <a:spcPts val="3600"/>
              </a:lnSpc>
              <a:spcAft>
                <a:spcPts val="300"/>
              </a:spcAft>
              <a:buNone/>
            </a:pPr>
            <a:r>
              <a:rPr lang="en-US" sz="240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lnSpc>
                <a:spcPts val="3600"/>
              </a:lnSpc>
              <a:spcAft>
                <a:spcPts val="300"/>
              </a:spcAft>
              <a:buNone/>
            </a:pP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4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endParaRPr lang="en-US" sz="2400" dirty="0"/>
          </a:p>
          <a:p>
            <a:pPr algn="l" indent="0" marL="0">
              <a:lnSpc>
                <a:spcPts val="3600"/>
              </a:lnSpc>
              <a:spcAft>
                <a:spcPts val="300"/>
              </a:spcAft>
              <a:buNone/>
            </a:pPr>
            <a:r>
              <a:rPr lang="en-US" sz="240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lnSpc>
                <a:spcPts val="3600"/>
              </a:lnSpc>
              <a:spcAft>
                <a:spcPts val="300"/>
              </a:spcAft>
              <a:buNone/>
            </a:pPr>
            <a:r>
              <a:rPr lang="en-US" sz="240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40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240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endParaRPr lang="en-US" sz="2400" dirty="0"/>
          </a:p>
          <a:p>
            <a:pPr algn="l" indent="0" marL="0">
              <a:lnSpc>
                <a:spcPts val="3600"/>
              </a:lnSpc>
              <a:spcAft>
                <a:spcPts val="300"/>
              </a:spcAft>
              <a:buNone/>
            </a:pPr>
            <a:r>
              <a:rPr lang="en-US" sz="240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lnSpc>
                <a:spcPts val="3600"/>
              </a:lnSpc>
              <a:spcAft>
                <a:spcPts val="300"/>
              </a:spcAft>
              <a:buNone/>
            </a:pP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4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24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endParaRPr lang="en-US" sz="2400" dirty="0"/>
          </a:p>
          <a:p>
            <a:pPr algn="l" indent="0" marL="0">
              <a:lnSpc>
                <a:spcPts val="3600"/>
              </a:lnSpc>
              <a:spcAft>
                <a:spcPts val="300"/>
              </a:spcAft>
              <a:buNone/>
            </a:pPr>
            <a:r>
              <a:rPr lang="en-US" sz="240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lnSpc>
                <a:spcPts val="3600"/>
              </a:lnSpc>
              <a:spcAft>
                <a:spcPts val="300"/>
              </a:spcAft>
              <a:buNone/>
            </a:pP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soát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doanh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nghiệp</a:t>
            </a:r>
            <a:endParaRPr lang="en-US" sz="2400" dirty="0"/>
          </a:p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lnSpc>
                <a:spcPts val="3600"/>
              </a:lnSpc>
              <a:buNone/>
            </a:pP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0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763250" y="1428750"/>
            <a:ext cx="6610350" cy="7429500"/>
          </a:xfrm>
          <a:prstGeom prst="roundRect">
            <a:avLst>
              <a:gd name="adj" fmla="val 5187"/>
            </a:avLst>
          </a:prstGeom>
          <a:solidFill>
            <a:srgbClr val="1E212B"/>
          </a:solidFill>
          <a:ln w="38100">
            <a:solidFill>
              <a:srgbClr val="3B40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44250" y="1809750"/>
            <a:ext cx="5848350" cy="1428750"/>
          </a:xfrm>
          <a:prstGeom prst="roundRect">
            <a:avLst>
              <a:gd name="adj" fmla="val 13333"/>
            </a:avLst>
          </a:prstGeom>
          <a:solidFill>
            <a:srgbClr val="2A2E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Notebook</a:t>
            </a:r>
            <a:r>
              <a:rPr lang="en-US" sz="25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laptop</a:t>
            </a:r>
            <a:endParaRPr lang="en-US" sz="2550" dirty="0"/>
          </a:p>
        </p:txBody>
      </p:sp>
      <p:sp>
        <p:nvSpPr>
          <p:cNvPr id="8" name="Connector line-1792493586239-982111926"/>
          <p:cNvSpPr/>
          <p:nvPr/>
        </p:nvSpPr>
        <p:spPr>
          <a:xfrm>
            <a:off x="14068425" y="3238500"/>
            <a:ext cx="0" cy="66675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 w="lg" len="lg"/>
          </a:ln>
        </p:spPr>
      </p:sp>
      <p:sp>
        <p:nvSpPr>
          <p:cNvPr id="9" name="Text 7"/>
          <p:cNvSpPr/>
          <p:nvPr/>
        </p:nvSpPr>
        <p:spPr>
          <a:xfrm>
            <a:off x="11144250" y="3905250"/>
            <a:ext cx="5848350" cy="1428750"/>
          </a:xfrm>
          <a:prstGeom prst="roundRect">
            <a:avLst>
              <a:gd name="adj" fmla="val 13333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r>
              <a:rPr lang="en-US" sz="27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b="1" dirty="0" spc="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1144250" y="5715000"/>
            <a:ext cx="5848350" cy="762000"/>
          </a:xfrm>
          <a:prstGeom prst="roundRect">
            <a:avLst>
              <a:gd name="adj" fmla="val 20000"/>
            </a:avLst>
          </a:prstGeom>
          <a:solidFill>
            <a:srgbClr val="2A2E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Phiên</a:t>
            </a:r>
            <a:r>
              <a:rPr lang="en-US" sz="22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1144250" y="6667500"/>
            <a:ext cx="5848350" cy="762000"/>
          </a:xfrm>
          <a:prstGeom prst="roundRect">
            <a:avLst>
              <a:gd name="adj" fmla="val 20000"/>
            </a:avLst>
          </a:prstGeom>
          <a:solidFill>
            <a:srgbClr val="2A2E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</a:t>
            </a:r>
            <a:r>
              <a:rPr lang="en-US" sz="2250" b="1" dirty="0" spc="-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1144250" y="7620000"/>
            <a:ext cx="5848350" cy="762000"/>
          </a:xfrm>
          <a:prstGeom prst="roundRect">
            <a:avLst>
              <a:gd name="adj" fmla="val 20000"/>
            </a:avLst>
          </a:prstGeom>
          <a:solidFill>
            <a:srgbClr val="2A2E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250" b="1" dirty="0" spc="-1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4" name="Moda image moda-export-watermark-a938d2ad-caba-4cba-a34a-0e3fa1f0b98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1950" b="1" spc="21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b="1" spc="22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giúp</a:t>
            </a: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72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5029200" cy="5334000"/>
          </a:xfrm>
          <a:prstGeom prst="roundRect">
            <a:avLst>
              <a:gd name="adj" fmla="val 5303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6629400" y="3143250"/>
            <a:ext cx="5029200" cy="5334000"/>
          </a:xfrm>
          <a:prstGeom prst="roundRect">
            <a:avLst>
              <a:gd name="adj" fmla="val 5303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44400" y="3143250"/>
            <a:ext cx="5029200" cy="5334000"/>
          </a:xfrm>
          <a:prstGeom prst="roundRect">
            <a:avLst>
              <a:gd name="adj" fmla="val 5303"/>
            </a:avLst>
          </a:prstGeom>
          <a:solidFill>
            <a:srgbClr val="E8E0CF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3429000"/>
            <a:ext cx="42672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0" dirty="0" spc="-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9750" dirty="0"/>
          </a:p>
        </p:txBody>
      </p:sp>
      <p:sp>
        <p:nvSpPr>
          <p:cNvPr id="8" name="Text 6"/>
          <p:cNvSpPr/>
          <p:nvPr/>
        </p:nvSpPr>
        <p:spPr>
          <a:xfrm>
            <a:off x="1295400" y="5143500"/>
            <a:ext cx="4267200" cy="1047750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Hiểu</a:t>
            </a:r>
            <a:r>
              <a:rPr lang="en-US" sz="33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33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295400" y="6477000"/>
            <a:ext cx="4267200" cy="1714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Nguyên</a:t>
            </a: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 ở</a:t>
            </a: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đâu.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7010400" y="3429000"/>
            <a:ext cx="42672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0" dirty="0" spc="-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9750" dirty="0"/>
          </a:p>
        </p:txBody>
      </p:sp>
      <p:sp>
        <p:nvSpPr>
          <p:cNvPr id="11" name="Text 9"/>
          <p:cNvSpPr/>
          <p:nvPr/>
        </p:nvSpPr>
        <p:spPr>
          <a:xfrm>
            <a:off x="7010400" y="5143500"/>
            <a:ext cx="4267200" cy="1047750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33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33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33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7010400" y="6477000"/>
            <a:ext cx="4267200" cy="1714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mẫu,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2725400" y="3429000"/>
            <a:ext cx="42672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0" dirty="0" spc="-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9750" dirty="0"/>
          </a:p>
        </p:txBody>
      </p:sp>
      <p:sp>
        <p:nvSpPr>
          <p:cNvPr id="14" name="Text 12"/>
          <p:cNvSpPr/>
          <p:nvPr/>
        </p:nvSpPr>
        <p:spPr>
          <a:xfrm>
            <a:off x="12725400" y="5143500"/>
            <a:ext cx="4267200" cy="1047750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33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33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2725400" y="6477000"/>
            <a:ext cx="4267200" cy="1714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giá,</a:t>
            </a:r>
            <a:r>
              <a:rPr lang="en-US" sz="25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tuyến,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đệm,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0" name="Shape 18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4" name="Shape 22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5" name="Shape 23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6" name="Shape 24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7" name="Text 25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02/11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05ca40ce-7c67-4a94-9370-7032e7c3a61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2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1950" b="1" spc="22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1950" b="1" spc="17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1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1950" b="1" spc="17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Khác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 mọi thứ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quanh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endParaRPr lang="en-US" sz="6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571750"/>
          <a:ext cx="137160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  <a:gridCol w="5486400"/>
              </a:tblGrid>
              <a:tr h="7810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-6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Mối lo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-16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Nguyên</a:t>
                      </a:r>
                      <a:r>
                        <a:rPr lang="en-US" sz="2100" b="1" dirty="0" spc="-1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mẫu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5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Sản</a:t>
                      </a:r>
                      <a:r>
                        <a:rPr lang="en-US" sz="2100" b="1" dirty="0" spc="-4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xuất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Nơi</a:t>
                      </a:r>
                      <a:r>
                        <a:rPr lang="en-US" sz="2100" b="1" dirty="0" spc="-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chạy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4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Trong</a:t>
                      </a:r>
                      <a:r>
                        <a:rPr lang="en-US" sz="2100" dirty="0" spc="-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notebook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Dịch</a:t>
                      </a:r>
                      <a:r>
                        <a:rPr lang="en-US" sz="21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vụ</a:t>
                      </a:r>
                      <a:r>
                        <a:rPr lang="en-US" sz="2100" dirty="0" spc="1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lưu</a:t>
                      </a:r>
                      <a:r>
                        <a:rPr lang="en-US" sz="21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trữ,</a:t>
                      </a:r>
                      <a:r>
                        <a:rPr lang="en-US" sz="210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có</a:t>
                      </a:r>
                      <a:r>
                        <a:rPr lang="en-US" sz="21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phiên</a:t>
                      </a:r>
                      <a:r>
                        <a:rPr lang="en-US" sz="2100" dirty="0" spc="-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Danh</a:t>
                      </a:r>
                      <a:r>
                        <a:rPr lang="en-US" sz="2100" b="1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tính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5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Token</a:t>
                      </a:r>
                      <a:r>
                        <a:rPr lang="en-US" sz="21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az</a:t>
                      </a:r>
                      <a:r>
                        <a:rPr lang="en-US" sz="21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login</a:t>
                      </a:r>
                      <a:r>
                        <a:rPr lang="en-US" sz="21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của</a:t>
                      </a:r>
                      <a:r>
                        <a:rPr lang="en-US" sz="210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bạn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Danh</a:t>
                      </a:r>
                      <a:r>
                        <a:rPr lang="en-US" sz="21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tính</a:t>
                      </a:r>
                      <a:r>
                        <a:rPr lang="en-US" sz="2100" dirty="0" spc="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được</a:t>
                      </a:r>
                      <a:r>
                        <a:rPr lang="en-US" sz="21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quản</a:t>
                      </a:r>
                      <a:r>
                        <a:rPr lang="en-US" sz="210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lý,</a:t>
                      </a:r>
                      <a:r>
                        <a:rPr lang="en-US" sz="2100" dirty="0" spc="-1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RBAC</a:t>
                      </a:r>
                      <a:r>
                        <a:rPr lang="en-US" sz="21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hẹp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-3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Trạng</a:t>
                      </a:r>
                      <a:r>
                        <a:rPr lang="en-US" sz="2100" b="1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thái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4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Trong</a:t>
                      </a:r>
                      <a:r>
                        <a:rPr lang="en-US" sz="2100" dirty="0" spc="-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bộ</a:t>
                      </a:r>
                      <a:r>
                        <a:rPr lang="en-US" sz="21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nhớ,</a:t>
                      </a:r>
                      <a:r>
                        <a:rPr lang="en-US" sz="2100" dirty="0" spc="-1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mất</a:t>
                      </a:r>
                      <a:r>
                        <a:rPr lang="en-US" sz="21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khi</a:t>
                      </a:r>
                      <a:r>
                        <a:rPr lang="en-US" sz="21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khởi</a:t>
                      </a:r>
                      <a:r>
                        <a:rPr lang="en-US" sz="2100" dirty="0" spc="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động</a:t>
                      </a:r>
                      <a:r>
                        <a:rPr lang="en-US" sz="21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lại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Đưa</a:t>
                      </a:r>
                      <a:r>
                        <a:rPr lang="en-US" sz="2100" dirty="0" spc="-3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ra</a:t>
                      </a:r>
                      <a:r>
                        <a:rPr lang="en-US" sz="2100" dirty="0" spc="-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ngoài</a:t>
                      </a:r>
                      <a:r>
                        <a:rPr lang="en-US" sz="21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kho luồng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-2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Lỗi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Bạn</a:t>
                      </a:r>
                      <a:r>
                        <a:rPr lang="en-US" sz="21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tự</a:t>
                      </a:r>
                      <a:r>
                        <a:rPr lang="en-US" sz="2100" dirty="0" spc="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đọc</a:t>
                      </a:r>
                      <a:r>
                        <a:rPr lang="en-US" sz="21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lỗi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Thử</a:t>
                      </a:r>
                      <a:r>
                        <a:rPr lang="en-US" sz="21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lại,</a:t>
                      </a:r>
                      <a:r>
                        <a:rPr lang="en-US" sz="21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dự</a:t>
                      </a:r>
                      <a:r>
                        <a:rPr lang="en-US" sz="21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phòng,</a:t>
                      </a:r>
                      <a:r>
                        <a:rPr lang="en-US" sz="21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cảnh</a:t>
                      </a:r>
                      <a:r>
                        <a:rPr lang="en-US" sz="2100" dirty="0" spc="-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báo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Chi</a:t>
                      </a:r>
                      <a:r>
                        <a:rPr lang="en-US" sz="2100" b="1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phí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2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“Vài</a:t>
                      </a:r>
                      <a:r>
                        <a:rPr lang="en-US" sz="21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xu</a:t>
                      </a:r>
                      <a:r>
                        <a:rPr lang="en-US" sz="21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thôi”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Đo,</a:t>
                      </a:r>
                      <a:r>
                        <a:rPr lang="en-US" sz="2100" dirty="0" spc="1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định</a:t>
                      </a:r>
                      <a:r>
                        <a:rPr lang="en-US" sz="2100" dirty="0" spc="-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tuyến,</a:t>
                      </a:r>
                      <a:r>
                        <a:rPr lang="en-US" sz="2100" dirty="0" spc="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đệm,</a:t>
                      </a:r>
                      <a:r>
                        <a:rPr lang="en-US" sz="210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có</a:t>
                      </a:r>
                      <a:r>
                        <a:rPr lang="en-US" sz="2100" dirty="0" spc="-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ngân</a:t>
                      </a:r>
                      <a:r>
                        <a:rPr lang="en-US" sz="2100" dirty="0" spc="-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sách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-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Chất</a:t>
                      </a:r>
                      <a:r>
                        <a:rPr lang="en-US" sz="2100" b="1" dirty="0" spc="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lượng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Nhìn</a:t>
                      </a:r>
                      <a:r>
                        <a:rPr lang="en-US" sz="210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bằng</a:t>
                      </a:r>
                      <a:r>
                        <a:rPr lang="en-US" sz="2100" dirty="0" spc="-1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mắt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10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Tự</a:t>
                      </a:r>
                      <a:r>
                        <a:rPr lang="en-US" sz="2100" dirty="0" spc="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đánh</a:t>
                      </a:r>
                      <a:r>
                        <a:rPr lang="en-US" sz="21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giá</a:t>
                      </a:r>
                      <a:r>
                        <a:rPr lang="en-US" sz="21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trước</a:t>
                      </a:r>
                      <a:r>
                        <a:rPr lang="en-US" sz="21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mỗi</a:t>
                      </a:r>
                      <a:r>
                        <a:rPr lang="en-US" sz="2100" dirty="0" spc="-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bản</a:t>
                      </a:r>
                      <a:r>
                        <a:rPr lang="en-US" sz="2100" dirty="0" spc="-1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phát</a:t>
                      </a:r>
                      <a:r>
                        <a:rPr lang="en-US" sz="21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hành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-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Niềm</a:t>
                      </a:r>
                      <a:r>
                        <a:rPr lang="en-US" sz="2100" b="1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tin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Bạn</a:t>
                      </a:r>
                      <a:r>
                        <a:rPr lang="en-US" sz="2100" dirty="0" spc="-1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duyệt</a:t>
                      </a:r>
                      <a:r>
                        <a:rPr lang="en-US" sz="21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mọi</a:t>
                      </a:r>
                      <a:r>
                        <a:rPr lang="en-US" sz="21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hành</a:t>
                      </a:r>
                      <a:r>
                        <a:rPr lang="en-US" sz="2100" dirty="0" spc="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động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Người</a:t>
                      </a:r>
                      <a:r>
                        <a:rPr lang="en-US" sz="2100" dirty="0" spc="-1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duyệt</a:t>
                      </a:r>
                      <a:r>
                        <a:rPr lang="en-US" sz="21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cho hành</a:t>
                      </a:r>
                      <a:r>
                        <a:rPr lang="en-US" sz="2100" dirty="0" spc="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động</a:t>
                      </a:r>
                      <a:r>
                        <a:rPr lang="en-US" sz="21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rủi</a:t>
                      </a:r>
                      <a:r>
                        <a:rPr lang="en-US" sz="2100" dirty="0" spc="-3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6" name="Shape 3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7" name="Shape 4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8" name="Shape 5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9" name="Shape 6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0" name="Shape 7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1" name="Shape 8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2" name="Shape 9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3" name="Shape 10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4" name="Shape 11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5" name="Shape 12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6" name="Text 13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03/11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7d9677f7-f6c4-4ee6-ac45-2b8dca50793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950" b="1" spc="22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1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950" b="1" spc="22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195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 KHAI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Agent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029200" cy="5810250"/>
          </a:xfrm>
          <a:prstGeom prst="roundRect">
            <a:avLst>
              <a:gd name="adj" fmla="val 5303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29400" y="2857500"/>
            <a:ext cx="5029200" cy="5810250"/>
          </a:xfrm>
          <a:prstGeom prst="roundRect">
            <a:avLst>
              <a:gd name="adj" fmla="val 5303"/>
            </a:avLst>
          </a:prstGeom>
          <a:solidFill>
            <a:srgbClr val="FFB454"/>
          </a:solidFill>
          <a:ln/>
        </p:spPr>
      </p:sp>
      <p:sp>
        <p:nvSpPr>
          <p:cNvPr id="6" name="Shape 4"/>
          <p:cNvSpPr/>
          <p:nvPr/>
        </p:nvSpPr>
        <p:spPr>
          <a:xfrm>
            <a:off x="12344400" y="2857500"/>
            <a:ext cx="5029200" cy="5810250"/>
          </a:xfrm>
          <a:prstGeom prst="roundRect">
            <a:avLst>
              <a:gd name="adj" fmla="val 5303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3143250"/>
            <a:ext cx="4267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3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Tự</a:t>
            </a:r>
            <a:r>
              <a:rPr lang="en-US" sz="39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lưu</a:t>
            </a:r>
            <a:r>
              <a:rPr lang="en-US" sz="3900" dirty="0" spc="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trữ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7010400" y="3143250"/>
            <a:ext cx="4267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6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Được</a:t>
            </a:r>
            <a:r>
              <a:rPr lang="en-US" sz="3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lưu</a:t>
            </a:r>
            <a:r>
              <a:rPr lang="en-US" sz="3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trữ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12725400" y="3143250"/>
            <a:ext cx="4267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Quy</a:t>
            </a:r>
            <a:r>
              <a:rPr lang="en-US" sz="3900" dirty="0" spc="-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r>
              <a:rPr lang="en-US" sz="3900" dirty="0" spc="-1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1295400" y="4095750"/>
            <a:ext cx="4267200" cy="42862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spcAft>
                <a:spcPts val="1650"/>
              </a:spcAft>
              <a:buNone/>
            </a:pP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5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endParaRPr lang="en-US" sz="2550" dirty="0"/>
          </a:p>
          <a:p>
            <a:pPr algn="l" indent="0" marL="0">
              <a:lnSpc>
                <a:spcPts val="3443"/>
              </a:lnSpc>
              <a:spcAft>
                <a:spcPts val="1650"/>
              </a:spcAft>
              <a:buNone/>
            </a:pPr>
            <a:r>
              <a:rPr lang="en-US" sz="2550" dirty="0" spc="-6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Toàn</a:t>
            </a: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soát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endParaRPr lang="en-US" sz="2550" dirty="0"/>
          </a:p>
          <a:p>
            <a:pPr algn="l" indent="0" marL="0">
              <a:lnSpc>
                <a:spcPts val="3443"/>
              </a:lnSpc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Bạn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5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7010400" y="4095750"/>
            <a:ext cx="4267200" cy="42862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spcAft>
                <a:spcPts val="1650"/>
              </a:spcAft>
              <a:buNone/>
            </a:pP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Foundry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endParaRPr lang="en-US" sz="2550" dirty="0"/>
          </a:p>
          <a:p>
            <a:pPr algn="l" indent="0" marL="0">
              <a:lnSpc>
                <a:spcPts val="3443"/>
              </a:lnSpc>
              <a:spcAft>
                <a:spcPts val="1650"/>
              </a:spcAft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RBAC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endParaRPr lang="en-US" sz="2550" dirty="0"/>
          </a:p>
          <a:p>
            <a:pPr algn="l" indent="0" marL="0">
              <a:lnSpc>
                <a:spcPts val="3443"/>
              </a:lnSpc>
              <a:buNone/>
            </a:pP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Bớt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soát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2725400" y="4095750"/>
            <a:ext cx="4267200" cy="42862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spcAft>
                <a:spcPts val="1650"/>
              </a:spcAft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5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endParaRPr lang="en-US" sz="2550" dirty="0"/>
          </a:p>
          <a:p>
            <a:pPr algn="l" indent="0" marL="0">
              <a:lnSpc>
                <a:spcPts val="3443"/>
              </a:lnSpc>
              <a:spcAft>
                <a:spcPts val="1650"/>
              </a:spcAft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2550" dirty="0"/>
          </a:p>
          <a:p>
            <a:pPr algn="l" indent="0" marL="0">
              <a:lnSpc>
                <a:spcPts val="3443"/>
              </a:lnSpc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phận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5" name="Shape 13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6" name="Shape 14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Shape 15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8" name="Shape 16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9" name="Shape 17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0" name="Shape 18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1" name="Shape 19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2" name="Shape 20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3" name="Shape 21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4" name="Text 22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04/11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bfab5b99-cbf5-465d-8958-068a04b027e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2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1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195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</a:t>
            </a:r>
            <a:r>
              <a:rPr lang="en-US" sz="1950" b="1" spc="21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Đánh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 là cổng chặn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2857500" cy="2190750"/>
          </a:xfrm>
          <a:prstGeom prst="roundRect">
            <a:avLst>
              <a:gd name="adj" fmla="val 12174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1100" y="3143250"/>
            <a:ext cx="23241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1.</a:t>
            </a:r>
            <a:r>
              <a:rPr lang="en-US" sz="2850" b="1" dirty="0" spc="-6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endParaRPr lang="en-US" sz="2850" dirty="0"/>
          </a:p>
        </p:txBody>
      </p:sp>
      <p:sp>
        <p:nvSpPr>
          <p:cNvPr id="6" name="Connector line-1792493662000-570592353"/>
          <p:cNvSpPr/>
          <p:nvPr/>
        </p:nvSpPr>
        <p:spPr>
          <a:xfrm>
            <a:off x="3771900" y="3857625"/>
            <a:ext cx="542925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7" name="Shape 5"/>
          <p:cNvSpPr/>
          <p:nvPr/>
        </p:nvSpPr>
        <p:spPr>
          <a:xfrm>
            <a:off x="4314825" y="2762250"/>
            <a:ext cx="2857500" cy="2190750"/>
          </a:xfrm>
          <a:prstGeom prst="roundRect">
            <a:avLst>
              <a:gd name="adj" fmla="val 12174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81525" y="3143250"/>
            <a:ext cx="23241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2.</a:t>
            </a:r>
            <a:r>
              <a:rPr lang="en-US" sz="285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85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85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850" dirty="0"/>
          </a:p>
        </p:txBody>
      </p:sp>
      <p:sp>
        <p:nvSpPr>
          <p:cNvPr id="9" name="Connector line-1792493662003-128301644"/>
          <p:cNvSpPr/>
          <p:nvPr/>
        </p:nvSpPr>
        <p:spPr>
          <a:xfrm>
            <a:off x="7172325" y="3857625"/>
            <a:ext cx="542925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0" name="Shape 8"/>
          <p:cNvSpPr/>
          <p:nvPr/>
        </p:nvSpPr>
        <p:spPr>
          <a:xfrm>
            <a:off x="7715250" y="2762250"/>
            <a:ext cx="2857500" cy="2190750"/>
          </a:xfrm>
          <a:prstGeom prst="roundRect">
            <a:avLst>
              <a:gd name="adj" fmla="val 12174"/>
            </a:avLst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7981950" y="3143250"/>
            <a:ext cx="23241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3.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8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ngoại</a:t>
            </a:r>
            <a:r>
              <a:rPr lang="en-US" sz="285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endParaRPr lang="en-US" sz="2850" dirty="0"/>
          </a:p>
        </p:txBody>
      </p:sp>
      <p:sp>
        <p:nvSpPr>
          <p:cNvPr id="12" name="Connector line-1792493662006-502773301"/>
          <p:cNvSpPr/>
          <p:nvPr/>
        </p:nvSpPr>
        <p:spPr>
          <a:xfrm>
            <a:off x="10572750" y="3857625"/>
            <a:ext cx="542925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3" name="Shape 11"/>
          <p:cNvSpPr/>
          <p:nvPr/>
        </p:nvSpPr>
        <p:spPr>
          <a:xfrm>
            <a:off x="11115675" y="2762250"/>
            <a:ext cx="2857500" cy="2190750"/>
          </a:xfrm>
          <a:prstGeom prst="roundRect">
            <a:avLst>
              <a:gd name="adj" fmla="val 12174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382375" y="3143250"/>
            <a:ext cx="23241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4.</a:t>
            </a:r>
            <a:r>
              <a:rPr lang="en-US" sz="2850" b="1" dirty="0" spc="-18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85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endParaRPr lang="en-US" sz="2850" dirty="0"/>
          </a:p>
        </p:txBody>
      </p:sp>
      <p:sp>
        <p:nvSpPr>
          <p:cNvPr id="15" name="Connector line-1792493662009-669708975"/>
          <p:cNvSpPr/>
          <p:nvPr/>
        </p:nvSpPr>
        <p:spPr>
          <a:xfrm>
            <a:off x="13973175" y="3857625"/>
            <a:ext cx="542925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6" name="Shape 14"/>
          <p:cNvSpPr/>
          <p:nvPr/>
        </p:nvSpPr>
        <p:spPr>
          <a:xfrm>
            <a:off x="14516100" y="2762250"/>
            <a:ext cx="2857500" cy="2190750"/>
          </a:xfrm>
          <a:prstGeom prst="roundRect">
            <a:avLst>
              <a:gd name="adj" fmla="val 12174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782800" y="3143250"/>
            <a:ext cx="23241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5. Quan</a:t>
            </a:r>
            <a:r>
              <a:rPr lang="en-US" sz="2850" b="1" dirty="0" spc="-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850" b="1" dirty="0" spc="1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850" b="1" dirty="0" spc="-1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endParaRPr lang="en-US" sz="2850" dirty="0"/>
          </a:p>
        </p:txBody>
      </p:sp>
      <p:sp>
        <p:nvSpPr>
          <p:cNvPr id="18" name="Shape 16"/>
          <p:cNvSpPr/>
          <p:nvPr/>
        </p:nvSpPr>
        <p:spPr>
          <a:xfrm>
            <a:off x="914400" y="5619750"/>
            <a:ext cx="8001000" cy="2857500"/>
          </a:xfrm>
          <a:prstGeom prst="roundRect">
            <a:avLst>
              <a:gd name="adj" fmla="val 9333"/>
            </a:avLst>
          </a:prstGeom>
          <a:solidFill>
            <a:srgbClr val="E8E0CF"/>
          </a:solidFill>
          <a:ln/>
        </p:spPr>
      </p:sp>
      <p:sp>
        <p:nvSpPr>
          <p:cNvPr id="19" name="Text 17"/>
          <p:cNvSpPr/>
          <p:nvPr/>
        </p:nvSpPr>
        <p:spPr>
          <a:xfrm>
            <a:off x="1333500" y="5943600"/>
            <a:ext cx="7162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Hỏng</a:t>
            </a:r>
            <a:r>
              <a:rPr lang="en-US" sz="30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333500" y="6667500"/>
            <a:ext cx="7162800" cy="1524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hành.</a:t>
            </a:r>
            <a:r>
              <a:rPr lang="en-US" sz="27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Quay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tạo.</a:t>
            </a:r>
            <a:endParaRPr lang="en-US" sz="2700" dirty="0"/>
          </a:p>
        </p:txBody>
      </p:sp>
      <p:sp>
        <p:nvSpPr>
          <p:cNvPr id="21" name="Shape 19"/>
          <p:cNvSpPr/>
          <p:nvPr/>
        </p:nvSpPr>
        <p:spPr>
          <a:xfrm>
            <a:off x="9372600" y="5619750"/>
            <a:ext cx="8001000" cy="2857500"/>
          </a:xfrm>
          <a:prstGeom prst="roundRect">
            <a:avLst>
              <a:gd name="adj" fmla="val 9333"/>
            </a:avLst>
          </a:prstGeom>
          <a:solidFill>
            <a:srgbClr val="E8E0CF"/>
          </a:solidFill>
          <a:ln/>
        </p:spPr>
      </p:sp>
      <p:sp>
        <p:nvSpPr>
          <p:cNvPr id="22" name="Text 20"/>
          <p:cNvSpPr/>
          <p:nvPr/>
        </p:nvSpPr>
        <p:spPr>
          <a:xfrm>
            <a:off x="9791700" y="5943600"/>
            <a:ext cx="7162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</a:t>
            </a:r>
            <a:r>
              <a:rPr lang="en-US" sz="30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9791700" y="6667500"/>
            <a:ext cx="7162800" cy="1524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Gom lỗi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thật,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ngoại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tuyến.</a:t>
            </a:r>
            <a:endParaRPr lang="en-US" sz="2700" dirty="0"/>
          </a:p>
        </p:txBody>
      </p:sp>
      <p:sp>
        <p:nvSpPr>
          <p:cNvPr id="24" name="Shape 22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5" name="Shape 23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7" name="Shape 25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8" name="Shape 26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9" name="Shape 27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30" name="Shape 28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31" name="Shape 29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32" name="Shape 30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33" name="Shape 31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34" name="Shape 32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35" name="Text 33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05/11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b6ccaed4-bbc3-4623-9156-66df38141d5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1950" b="1" spc="21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1950" b="1" spc="1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kỹ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</a:t>
            </a:r>
            <a:r>
              <a:rPr lang="en-US" sz="69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rộng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42862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59055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75247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2819400"/>
            <a:ext cx="95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6300" dirty="0"/>
          </a:p>
        </p:txBody>
      </p:sp>
      <p:sp>
        <p:nvSpPr>
          <p:cNvPr id="9" name="Text 7"/>
          <p:cNvSpPr/>
          <p:nvPr/>
        </p:nvSpPr>
        <p:spPr>
          <a:xfrm>
            <a:off x="1238250" y="4438650"/>
            <a:ext cx="95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300" dirty="0"/>
          </a:p>
        </p:txBody>
      </p:sp>
      <p:sp>
        <p:nvSpPr>
          <p:cNvPr id="10" name="Text 8"/>
          <p:cNvSpPr/>
          <p:nvPr/>
        </p:nvSpPr>
        <p:spPr>
          <a:xfrm>
            <a:off x="1238250" y="6057900"/>
            <a:ext cx="95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300" dirty="0"/>
          </a:p>
        </p:txBody>
      </p:sp>
      <p:sp>
        <p:nvSpPr>
          <p:cNvPr id="11" name="Text 9"/>
          <p:cNvSpPr/>
          <p:nvPr/>
        </p:nvSpPr>
        <p:spPr>
          <a:xfrm>
            <a:off x="1238250" y="7677150"/>
            <a:ext cx="95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6300" dirty="0"/>
          </a:p>
        </p:txBody>
      </p:sp>
      <p:sp>
        <p:nvSpPr>
          <p:cNvPr id="12" name="Text 10"/>
          <p:cNvSpPr/>
          <p:nvPr/>
        </p:nvSpPr>
        <p:spPr>
          <a:xfrm>
            <a:off x="2381250" y="2838450"/>
            <a:ext cx="1428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30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381250" y="3409950"/>
            <a:ext cx="1428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 bản</a:t>
            </a:r>
            <a:r>
              <a:rPr lang="en-US" sz="2400" dirty="0" spc="-7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dirty="0" spc="4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40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400" dirty="0" spc="7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400" dirty="0" spc="-2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40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381250" y="4457700"/>
            <a:ext cx="1428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30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381250" y="5029200"/>
            <a:ext cx="1428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7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2400" dirty="0" spc="14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400" dirty="0" spc="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giản</a:t>
            </a:r>
            <a:r>
              <a:rPr lang="en-US" sz="240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3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0" dirty="0" spc="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nhỏ,</a:t>
            </a:r>
            <a:r>
              <a:rPr lang="en-US" sz="2400" dirty="0" spc="-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400" dirty="0" spc="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400" dirty="0" spc="-8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400" dirty="0" spc="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3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0" dirty="0" spc="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381250" y="6076950"/>
            <a:ext cx="1428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Đệm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30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30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381250" y="6648450"/>
            <a:ext cx="1428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40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 quen</a:t>
            </a:r>
            <a:r>
              <a:rPr lang="en-US" sz="2400" dirty="0" spc="-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400" dirty="0" spc="-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2400" dirty="0" spc="-1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400" dirty="0" spc="3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381250" y="7696200"/>
            <a:ext cx="1428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Đồng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2381250" y="8267700"/>
            <a:ext cx="1428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40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 chờ</a:t>
            </a:r>
            <a:r>
              <a:rPr lang="en-US" sz="2400" dirty="0" spc="-6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400" dirty="0" spc="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dần,</a:t>
            </a:r>
            <a:r>
              <a:rPr lang="en-US" sz="240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 nhẹ</a:t>
            </a:r>
            <a:r>
              <a:rPr lang="en-US" sz="2400" dirty="0" spc="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nhàng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1" name="Shape 19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2" name="Shape 20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3" name="Shape 21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4" name="Shape 22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5" name="Shape 23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Shape 24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7" name="Shape 25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8" name="Shape 26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9" name="Shape 27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30" name="Shape 28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31" name="Text 29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06/11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de313652-b48d-419f-a694-8c58f59f12e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950" b="1" spc="22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950" b="1" spc="17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SOÁT</a:t>
            </a:r>
            <a:r>
              <a:rPr lang="en-US" sz="19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b="1" spc="21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DOANH</a:t>
            </a:r>
            <a:r>
              <a:rPr lang="en-US" sz="19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NGHIỆP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kiểu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soát</a:t>
            </a:r>
            <a:endParaRPr lang="en-US" sz="6900" dirty="0"/>
          </a:p>
        </p:txBody>
      </p:sp>
      <p:sp>
        <p:nvSpPr>
          <p:cNvPr id="4" name="Connector line-1792493690855-938784101"/>
          <p:cNvSpPr/>
          <p:nvPr/>
        </p:nvSpPr>
        <p:spPr>
          <a:xfrm>
            <a:off x="6248400" y="3667125"/>
            <a:ext cx="2133600" cy="619125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5" name="Connector line-1792493690855-867472865"/>
          <p:cNvSpPr/>
          <p:nvPr/>
        </p:nvSpPr>
        <p:spPr>
          <a:xfrm flipH="1">
            <a:off x="9906000" y="3667125"/>
            <a:ext cx="2133600" cy="619125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6" name="Connector line-1792493690855-379947937"/>
          <p:cNvSpPr/>
          <p:nvPr/>
        </p:nvSpPr>
        <p:spPr>
          <a:xfrm flipV="1">
            <a:off x="9144000" y="6000750"/>
            <a:ext cx="0" cy="104775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14400" y="2762250"/>
            <a:ext cx="5334000" cy="1809750"/>
          </a:xfrm>
          <a:prstGeom prst="roundRect">
            <a:avLst>
              <a:gd name="adj" fmla="val 14737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8250" y="3009900"/>
            <a:ext cx="4686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Quản</a:t>
            </a:r>
            <a:r>
              <a:rPr lang="en-US" sz="2850" b="1" dirty="0" spc="1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1238250" y="3657600"/>
            <a:ext cx="4686300" cy="762000"/>
          </a:xfrm>
          <a:prstGeom prst="rect">
            <a:avLst/>
          </a:prstGeom>
          <a:noFill/>
          <a:ln/>
        </p:spPr>
        <p:txBody>
          <a:bodyPr wrap="square" lIns="0" tIns="12440" rIns="0" bIns="-12440" rtlCol="0" anchor="t"/>
          <a:lstStyle/>
          <a:p>
            <a:pPr algn="l" indent="0" marL="0">
              <a:lnSpc>
                <a:spcPts val="2998"/>
              </a:lnSpc>
              <a:buNone/>
            </a:pPr>
            <a:r>
              <a:rPr lang="en-US" sz="2306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Danh</a:t>
            </a:r>
            <a:r>
              <a:rPr lang="en-US" sz="2306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306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306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2306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lý,</a:t>
            </a:r>
            <a:r>
              <a:rPr lang="en-US" sz="2306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306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2306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thiểu</a:t>
            </a:r>
            <a:endParaRPr lang="en-US" sz="2306" dirty="0"/>
          </a:p>
        </p:txBody>
      </p:sp>
      <p:sp>
        <p:nvSpPr>
          <p:cNvPr id="10" name="Shape 8"/>
          <p:cNvSpPr/>
          <p:nvPr/>
        </p:nvSpPr>
        <p:spPr>
          <a:xfrm>
            <a:off x="12039600" y="2762250"/>
            <a:ext cx="5334000" cy="1809750"/>
          </a:xfrm>
          <a:prstGeom prst="roundRect">
            <a:avLst>
              <a:gd name="adj" fmla="val 14737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63450" y="3009900"/>
            <a:ext cx="4686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1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850" b="1" dirty="0" spc="-19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2363450" y="3657600"/>
            <a:ext cx="4686300" cy="762000"/>
          </a:xfrm>
          <a:prstGeom prst="rect">
            <a:avLst/>
          </a:prstGeom>
          <a:noFill/>
          <a:ln/>
        </p:spPr>
        <p:txBody>
          <a:bodyPr wrap="square" lIns="0" tIns="12440" rIns="0" bIns="-12440" rtlCol="0" anchor="t"/>
          <a:lstStyle/>
          <a:p>
            <a:pPr algn="l" indent="0" marL="0">
              <a:lnSpc>
                <a:spcPts val="2998"/>
              </a:lnSpc>
              <a:buNone/>
            </a:pPr>
            <a:r>
              <a:rPr lang="en-US" sz="2306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Hoàn</a:t>
            </a:r>
            <a:r>
              <a:rPr lang="en-US" sz="2306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tiền,</a:t>
            </a:r>
            <a:r>
              <a:rPr lang="en-US" sz="2306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306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306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khoản:</a:t>
            </a:r>
            <a:r>
              <a:rPr lang="en-US" sz="2306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2306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306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2306" dirty="0"/>
          </a:p>
        </p:txBody>
      </p:sp>
      <p:sp>
        <p:nvSpPr>
          <p:cNvPr id="13" name="Shape 11"/>
          <p:cNvSpPr/>
          <p:nvPr/>
        </p:nvSpPr>
        <p:spPr>
          <a:xfrm>
            <a:off x="5905500" y="7048500"/>
            <a:ext cx="6477000" cy="1809750"/>
          </a:xfrm>
          <a:prstGeom prst="roundRect">
            <a:avLst>
              <a:gd name="adj" fmla="val 14737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29350" y="7296150"/>
            <a:ext cx="5829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MCP</a:t>
            </a:r>
            <a:r>
              <a:rPr lang="en-US" sz="2850" b="1" dirty="0" spc="-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b="1" dirty="0" spc="-1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ranh</a:t>
            </a:r>
            <a:r>
              <a:rPr lang="en-US" sz="2850" b="1" dirty="0" spc="9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850" b="1" dirty="0" spc="-8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850" b="1" dirty="0" spc="-1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6229350" y="7943850"/>
            <a:ext cx="5829300" cy="762000"/>
          </a:xfrm>
          <a:prstGeom prst="rect">
            <a:avLst/>
          </a:prstGeom>
          <a:noFill/>
          <a:ln/>
        </p:spPr>
        <p:txBody>
          <a:bodyPr wrap="square" lIns="0" tIns="12440" rIns="0" bIns="-12440" rtlCol="0" anchor="t"/>
          <a:lstStyle/>
          <a:p>
            <a:pPr algn="l" indent="0" marL="0">
              <a:lnSpc>
                <a:spcPts val="2998"/>
              </a:lnSpc>
              <a:buNone/>
            </a:pPr>
            <a:r>
              <a:rPr lang="en-US" sz="2306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Ghim</a:t>
            </a:r>
            <a:r>
              <a:rPr lang="en-US" sz="2306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 bản,</a:t>
            </a:r>
            <a:r>
              <a:rPr lang="en-US" sz="2306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306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306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306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quả,</a:t>
            </a:r>
            <a:r>
              <a:rPr lang="en-US" sz="2306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306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306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306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2306" dirty="0"/>
          </a:p>
        </p:txBody>
      </p:sp>
      <p:sp>
        <p:nvSpPr>
          <p:cNvPr id="16" name="Shape 14"/>
          <p:cNvSpPr/>
          <p:nvPr/>
        </p:nvSpPr>
        <p:spPr>
          <a:xfrm>
            <a:off x="7905750" y="3524250"/>
            <a:ext cx="2476500" cy="24765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7" name="Text 15"/>
          <p:cNvSpPr/>
          <p:nvPr/>
        </p:nvSpPr>
        <p:spPr>
          <a:xfrm>
            <a:off x="7905750" y="4267200"/>
            <a:ext cx="2476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Agent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7905750" y="4933950"/>
            <a:ext cx="2476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sản xuất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0" name="Shape 18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4" name="Shape 22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5" name="Shape 23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Shape 24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7" name="Shape 25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8" name="Shape 26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9" name="Shape 27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30" name="Text 28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07/11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aac36ec1-4ad9-425e-81f6-e600302ac66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r>
              <a:rPr lang="en-US" sz="1950" b="1" spc="22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95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 KHÓI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Kim tự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tháp kiểm</a:t>
            </a:r>
            <a:r>
              <a:rPr lang="en-US" sz="69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5524500" y="2667000"/>
            <a:ext cx="7239000" cy="1428750"/>
          </a:xfrm>
          <a:prstGeom prst="roundRect">
            <a:avLst>
              <a:gd name="adj" fmla="val 16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5524500" y="285750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30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524500" y="344805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-7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Tới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38500" y="4286250"/>
            <a:ext cx="118110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38500" y="4476750"/>
            <a:ext cx="11811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Đánh</a:t>
            </a:r>
            <a:r>
              <a:rPr lang="en-US" sz="300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3000" b="1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ngoại</a:t>
            </a:r>
            <a:r>
              <a:rPr lang="en-US" sz="3000" b="1" dirty="0" spc="-1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38500" y="5067300"/>
            <a:ext cx="11811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5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Đủ</a:t>
            </a:r>
            <a:r>
              <a:rPr lang="en-US" sz="2400" dirty="0" spc="-16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400" dirty="0" spc="17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-8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400" dirty="0" spc="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400" dirty="0" spc="6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chưa?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59055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60960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Đánh</a:t>
            </a:r>
            <a:r>
              <a:rPr lang="en-US" sz="300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3000" b="1" dirty="0" spc="1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3000" b="1" dirty="0" spc="-1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668655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-1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Ngoài</a:t>
            </a:r>
            <a:r>
              <a:rPr lang="en-US" sz="2400" dirty="0" spc="1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 đang</a:t>
            </a:r>
            <a:r>
              <a:rPr lang="en-US" sz="2400" dirty="0" spc="-29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00" dirty="0" spc="-4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sao?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14400" y="771525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333500" y="7981950"/>
            <a:ext cx="1562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7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Triển</a:t>
            </a:r>
            <a:r>
              <a:rPr lang="en-US" sz="255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550" dirty="0" spc="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6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16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-17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tỏ</a:t>
            </a:r>
            <a:r>
              <a:rPr lang="en-US" sz="2550" dirty="0" spc="-16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550" dirty="0" spc="14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550" dirty="0" spc="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6" name="Shape 14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7" name="Shape 15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8" name="Shape 16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9" name="Shape 17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0" name="Shape 18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1" name="Shape 19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2" name="Shape 20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1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4" name="Shape 22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5" name="Shape 23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6" name="Text 24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08/11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e4b67ce5-b0ab-474b-95b0-1a7987ace5e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950" b="1" spc="18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Bộ</a:t>
            </a:r>
            <a:r>
              <a:rPr lang="en-US" sz="6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xử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yêu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hỗ</a:t>
            </a:r>
            <a:r>
              <a:rPr lang="en-US" sz="69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trợ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143500" cy="1428750"/>
          </a:xfrm>
          <a:prstGeom prst="roundRect">
            <a:avLst>
              <a:gd name="adj" fmla="val 16000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181100" y="281940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2286000" y="3238500"/>
            <a:ext cx="361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419600"/>
            <a:ext cx="5143500" cy="1428750"/>
          </a:xfrm>
          <a:prstGeom prst="roundRect">
            <a:avLst>
              <a:gd name="adj" fmla="val 16000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1181100" y="447675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2286000" y="4895850"/>
            <a:ext cx="361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076950"/>
            <a:ext cx="5143500" cy="1428750"/>
          </a:xfrm>
          <a:prstGeom prst="roundRect">
            <a:avLst>
              <a:gd name="adj" fmla="val 16000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1181100" y="613410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600" dirty="0"/>
          </a:p>
        </p:txBody>
      </p:sp>
      <p:sp>
        <p:nvSpPr>
          <p:cNvPr id="12" name="Text 10"/>
          <p:cNvSpPr/>
          <p:nvPr/>
        </p:nvSpPr>
        <p:spPr>
          <a:xfrm>
            <a:off x="2286000" y="6553200"/>
            <a:ext cx="361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6477000" y="2762250"/>
            <a:ext cx="10896600" cy="4743450"/>
          </a:xfrm>
          <a:prstGeom prst="roundRect">
            <a:avLst>
              <a:gd name="adj" fmla="val 4819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6819900" y="3105150"/>
            <a:ext cx="10287000" cy="4191000"/>
          </a:xfrm>
          <a:prstGeom prst="rect">
            <a:avLst/>
          </a:prstGeom>
          <a:noFill/>
          <a:ln/>
        </p:spPr>
        <p:txBody>
          <a:bodyPr wrap="square" lIns="0" tIns="-19209" rIns="0" bIns="19209" rtlCol="0" anchor="t"/>
          <a:lstStyle/>
          <a:p>
            <a:pPr algn="l" indent="0" marL="0">
              <a:lnSpc>
                <a:spcPts val="3413"/>
              </a:lnSpc>
              <a:buNone/>
            </a:pPr>
            <a:r>
              <a:rPr lang="en-US" sz="1950" dirty="0" spc="-5" kern="0">
                <a:solidFill>
                  <a:srgbClr val="3D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cached = response_cache.get(normalize(query))</a:t>
            </a:r>
            <a:endParaRPr lang="en-US" sz="1950" dirty="0"/>
          </a:p>
          <a:p>
            <a:pPr algn="l" indent="0" marL="0">
              <a:lnSpc>
                <a:spcPts val="3413"/>
              </a:lnSpc>
              <a:buNone/>
            </a:pPr>
            <a:r>
              <a:rPr lang="en-US" sz="1950" dirty="0" spc="-5" kern="0">
                <a:solidFill>
                  <a:srgbClr val="3D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 cached:</a:t>
            </a:r>
            <a:endParaRPr lang="en-US" sz="1950" dirty="0"/>
          </a:p>
          <a:p>
            <a:pPr algn="l" indent="0" marL="0">
              <a:lnSpc>
                <a:spcPts val="3413"/>
              </a:lnSpc>
              <a:buNone/>
            </a:pPr>
            <a:r>
              <a:rPr lang="en-US" sz="1950" dirty="0" spc="-5" kern="0">
                <a:solidFill>
                  <a:srgbClr val="3D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 cached</a:t>
            </a:r>
            <a:endParaRPr lang="en-US" sz="1950" dirty="0"/>
          </a:p>
          <a:p>
            <a:pPr algn="l" indent="0" marL="0">
              <a:lnSpc>
                <a:spcPts val="3413"/>
              </a:lnSpc>
              <a:buNone/>
            </a:pPr>
            <a:r>
              <a:rPr lang="en-US" sz="1950" dirty="0" spc="-5" kern="0">
                <a:solidFill>
                  <a:srgbClr val="FFB4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 = "gpt-5-nano" if is_simple(query) else "gpt-5-mini"</a:t>
            </a:r>
            <a:endParaRPr lang="en-US" sz="1950" dirty="0"/>
          </a:p>
          <a:p>
            <a:pPr algn="l" indent="0" marL="0">
              <a:lnSpc>
                <a:spcPts val="3413"/>
              </a:lnSpc>
              <a:buNone/>
            </a:pPr>
            <a:r>
              <a:rPr lang="en-US" sz="1950" dirty="0" spc="-5" kern="0">
                <a:solidFill>
                  <a:srgbClr val="7C9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response = await support_agent.run(query, model=model)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6" name="Shape 14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7" name="Shape 15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8" name="Shape 16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0" name="Shape 18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5" name="Shape 23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6" name="Text 24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09/11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b7c59754-b25b-4119-b865-d64493c005d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0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857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Câu</a:t>
            </a:r>
            <a:r>
              <a:rPr lang="en-US" sz="6857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 kiểm</a:t>
            </a:r>
            <a:r>
              <a:rPr lang="en-US" sz="6857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endParaRPr lang="en-US" sz="6857" dirty="0"/>
          </a:p>
        </p:txBody>
      </p:sp>
      <p:sp>
        <p:nvSpPr>
          <p:cNvPr id="4" name="Text 2"/>
          <p:cNvSpPr/>
          <p:nvPr/>
        </p:nvSpPr>
        <p:spPr>
          <a:xfrm>
            <a:off x="914400" y="249555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quen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đệm,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5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giản, câu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5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phức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tạp: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550" b="1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14400" y="5143500"/>
            <a:ext cx="2286000" cy="9525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8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2550" dirty="0"/>
          </a:p>
        </p:txBody>
      </p:sp>
      <p:sp>
        <p:nvSpPr>
          <p:cNvPr id="6" name="Connector line-1792504954918-317916860"/>
          <p:cNvSpPr/>
          <p:nvPr/>
        </p:nvSpPr>
        <p:spPr>
          <a:xfrm>
            <a:off x="3200400" y="5619750"/>
            <a:ext cx="6096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7" name="Text 5"/>
          <p:cNvSpPr/>
          <p:nvPr/>
        </p:nvSpPr>
        <p:spPr>
          <a:xfrm>
            <a:off x="3810000" y="5143500"/>
            <a:ext cx="2857500" cy="952500"/>
          </a:xfrm>
          <a:prstGeom prst="roundRect">
            <a:avLst>
              <a:gd name="adj" fmla="val 20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5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đệm?</a:t>
            </a:r>
            <a:endParaRPr lang="en-US" sz="2550" dirty="0"/>
          </a:p>
        </p:txBody>
      </p:sp>
      <p:sp>
        <p:nvSpPr>
          <p:cNvPr id="8" name="Connector line-1792504954921-700901867"/>
          <p:cNvSpPr/>
          <p:nvPr/>
        </p:nvSpPr>
        <p:spPr>
          <a:xfrm flipV="1">
            <a:off x="6667500" y="4572000"/>
            <a:ext cx="762000" cy="85725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9" name="Text 7"/>
          <p:cNvSpPr/>
          <p:nvPr/>
        </p:nvSpPr>
        <p:spPr>
          <a:xfrm>
            <a:off x="6667500" y="4476750"/>
            <a:ext cx="7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1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429500" y="4095750"/>
            <a:ext cx="3429000" cy="9525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6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endParaRPr lang="en-US" sz="2550" dirty="0"/>
          </a:p>
        </p:txBody>
      </p:sp>
      <p:sp>
        <p:nvSpPr>
          <p:cNvPr id="11" name="Connector line-1792504954926-700288563"/>
          <p:cNvSpPr/>
          <p:nvPr/>
        </p:nvSpPr>
        <p:spPr>
          <a:xfrm>
            <a:off x="6667500" y="5810250"/>
            <a:ext cx="762000" cy="85725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2" name="Text 10"/>
          <p:cNvSpPr/>
          <p:nvPr/>
        </p:nvSpPr>
        <p:spPr>
          <a:xfrm>
            <a:off x="6477000" y="6572250"/>
            <a:ext cx="95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9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429500" y="6191250"/>
            <a:ext cx="3429000" cy="952500"/>
          </a:xfrm>
          <a:prstGeom prst="roundRect">
            <a:avLst>
              <a:gd name="adj" fmla="val 20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</a:t>
            </a:r>
            <a:r>
              <a:rPr lang="en-US" sz="25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phức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tạp?</a:t>
            </a:r>
            <a:endParaRPr lang="en-US" sz="2550" dirty="0"/>
          </a:p>
        </p:txBody>
      </p:sp>
      <p:sp>
        <p:nvSpPr>
          <p:cNvPr id="14" name="Connector line-1792504954930-707397367"/>
          <p:cNvSpPr/>
          <p:nvPr/>
        </p:nvSpPr>
        <p:spPr>
          <a:xfrm flipV="1">
            <a:off x="10858500" y="5810250"/>
            <a:ext cx="762000" cy="66675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5" name="Text 13"/>
          <p:cNvSpPr/>
          <p:nvPr/>
        </p:nvSpPr>
        <p:spPr>
          <a:xfrm>
            <a:off x="11620500" y="5334000"/>
            <a:ext cx="4000500" cy="9525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endParaRPr lang="en-US" sz="2550" dirty="0"/>
          </a:p>
        </p:txBody>
      </p:sp>
      <p:sp>
        <p:nvSpPr>
          <p:cNvPr id="16" name="Connector line-1792504954932-254333498"/>
          <p:cNvSpPr/>
          <p:nvPr/>
        </p:nvSpPr>
        <p:spPr>
          <a:xfrm>
            <a:off x="10858500" y="6858000"/>
            <a:ext cx="762000" cy="66675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7" name="Text 15"/>
          <p:cNvSpPr/>
          <p:nvPr/>
        </p:nvSpPr>
        <p:spPr>
          <a:xfrm>
            <a:off x="11620500" y="7048500"/>
            <a:ext cx="4000500" cy="9525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914400" y="8382000"/>
            <a:ext cx="16459200" cy="857250"/>
          </a:xfrm>
          <a:prstGeom prst="roundRect">
            <a:avLst>
              <a:gd name="adj" fmla="val 22222"/>
            </a:avLst>
          </a:prstGeom>
          <a:solidFill>
            <a:srgbClr val="14161C"/>
          </a:solidFill>
          <a:ln/>
        </p:spPr>
      </p:sp>
      <p:sp>
        <p:nvSpPr>
          <p:cNvPr id="19" name="Text 17"/>
          <p:cNvSpPr/>
          <p:nvPr/>
        </p:nvSpPr>
        <p:spPr>
          <a:xfrm>
            <a:off x="1238250" y="8553450"/>
            <a:ext cx="15811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255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pPr algn="l" indent="0" marL="0"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đệm:</a:t>
            </a:r>
            <a:r>
              <a:rPr lang="en-US" sz="255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ngay.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giản: mô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nhỏ.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Phức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tạp: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 hình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lớn.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4" name="Shape 22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5" name="Shape 23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6" name="Shape 24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7" name="Shape 25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8" name="Shape 26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9" name="Shape 27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0" name="Shape 28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31" name="Text 29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10/11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0bf96847-6d00-48c1-8a1a-5b75ec5be58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950" b="1" spc="1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950" b="1" spc="17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69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667000"/>
          <a:ext cx="13716000" cy="914400"/>
        </p:xfrm>
        <a:graphic>
          <a:graphicData uri="http://schemas.openxmlformats.org/drawingml/2006/table">
            <a:tbl>
              <a:tblPr/>
              <a:tblGrid>
                <a:gridCol w="8229600"/>
                <a:gridCol w="8229600"/>
              </a:tblGrid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2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RBAC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Role-Based</a:t>
                      </a:r>
                      <a:r>
                        <a:rPr lang="en-US" sz="22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Access</a:t>
                      </a:r>
                      <a:r>
                        <a:rPr lang="en-US" sz="2250" dirty="0" spc="-1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Control: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phân</a:t>
                      </a:r>
                      <a:r>
                        <a:rPr lang="en-US" sz="2250" dirty="0" spc="-1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quyền</a:t>
                      </a:r>
                      <a:r>
                        <a:rPr lang="en-US" sz="22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theo</a:t>
                      </a:r>
                      <a:r>
                        <a:rPr lang="en-US" sz="2250" dirty="0" spc="-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vai</a:t>
                      </a:r>
                      <a:r>
                        <a:rPr lang="en-US" sz="2250" dirty="0" spc="-2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trò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2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RAG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Retrieval</a:t>
                      </a:r>
                      <a:r>
                        <a:rPr lang="en-US" sz="2250" dirty="0" spc="-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Augmented</a:t>
                      </a:r>
                      <a:r>
                        <a:rPr lang="en-US" sz="225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Generation:</a:t>
                      </a:r>
                      <a:r>
                        <a:rPr lang="en-US" sz="2250" dirty="0" spc="-2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tra</a:t>
                      </a:r>
                      <a:r>
                        <a:rPr lang="en-US" sz="2250" dirty="0" spc="2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cứu</a:t>
                      </a:r>
                      <a:r>
                        <a:rPr lang="en-US" sz="2250" dirty="0" spc="-2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rồi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mới</a:t>
                      </a:r>
                      <a:r>
                        <a:rPr lang="en-US" sz="2250" dirty="0" spc="-2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trả</a:t>
                      </a: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lời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MCP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Model</a:t>
                      </a:r>
                      <a:r>
                        <a:rPr lang="en-US" sz="2250" dirty="0" spc="-2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Context</a:t>
                      </a:r>
                      <a:r>
                        <a:rPr lang="en-US" sz="2250" dirty="0" spc="-1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Protocol:</a:t>
                      </a:r>
                      <a:r>
                        <a:rPr lang="en-US" sz="22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cổng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chuẩn</a:t>
                      </a:r>
                      <a:r>
                        <a:rPr lang="en-US" sz="225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tới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công</a:t>
                      </a:r>
                      <a:r>
                        <a:rPr lang="en-US" sz="2250" dirty="0" spc="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cụ</a:t>
                      </a:r>
                      <a:r>
                        <a:rPr lang="en-US" sz="225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ngoài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8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OTel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3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OpenTelemetry: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chuẩn</a:t>
                      </a:r>
                      <a:r>
                        <a:rPr lang="en-US" sz="2250" dirty="0" spc="-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phát</a:t>
                      </a:r>
                      <a:r>
                        <a:rPr lang="en-US" sz="2250" dirty="0" spc="-1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vết</a:t>
                      </a:r>
                      <a:r>
                        <a:rPr lang="en-US" sz="225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theo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dõi</a:t>
                      </a:r>
                      <a:r>
                        <a:rPr lang="en-US" sz="2250" dirty="0" spc="2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từng</a:t>
                      </a:r>
                      <a:r>
                        <a:rPr lang="en-US" sz="2250" dirty="0" spc="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bước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7239000"/>
            <a:ext cx="16459200" cy="66675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dirty="0" spc="9" kern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Dựa</a:t>
            </a:r>
            <a:r>
              <a:rPr lang="en-US" sz="1950" dirty="0" spc="-15" kern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dirty="0" spc="-3" kern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dirty="0" spc="0" kern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r>
              <a:rPr lang="en-US" sz="1950" dirty="0" spc="-1" kern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-9" kern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microsoft/ai-agents-for-beginners</a:t>
            </a:r>
            <a:r>
              <a:rPr lang="en-US" sz="1950" dirty="0" spc="3" kern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(MIT</a:t>
            </a:r>
            <a:r>
              <a:rPr lang="en-US" sz="1950" dirty="0" spc="0" kern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License, ©</a:t>
            </a:r>
            <a:r>
              <a:rPr lang="en-US" sz="1950" dirty="0" spc="-9" kern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 Corporation).</a:t>
            </a:r>
            <a:endParaRPr lang="en-US" sz="1950" dirty="0"/>
          </a:p>
        </p:txBody>
      </p:sp>
      <p:sp>
        <p:nvSpPr>
          <p:cNvPr id="6" name="Shape 3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7" name="Shape 4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8" name="Shape 5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9" name="Shape 6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0" name="Shape 7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1" name="Shape 8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2" name="Shape 9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3" name="Shape 10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4" name="Shape 11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5" name="Shape 12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6" name="Shape 13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 11/11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b21c69c8-7ae6-49c2-960c-44effb01f53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2026-10-20T14:02:57Z</dcterms:created>
  <dcterms:modified xsi:type="dcterms:W3CDTF">2026-10-20T14:02:57Z</dcterms:modified>
</cp:coreProperties>
</file>