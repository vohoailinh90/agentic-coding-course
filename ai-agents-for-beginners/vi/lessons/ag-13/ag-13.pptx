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 của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45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4500" dirty="0" spc="-4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 hạn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2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9144000" cy="2857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cải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572750" y="1428750"/>
            <a:ext cx="6800850" cy="7429500"/>
          </a:xfrm>
          <a:prstGeom prst="roundRect">
            <a:avLst>
              <a:gd name="adj" fmla="val 5042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91850" y="1905000"/>
            <a:ext cx="5962650" cy="2095500"/>
          </a:xfrm>
          <a:prstGeom prst="roundRect">
            <a:avLst>
              <a:gd name="adj" fmla="val 9091"/>
            </a:avLst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3277850" y="2190750"/>
            <a:ext cx="1390650" cy="209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1334750" y="2762250"/>
            <a:ext cx="5276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334750" y="3333750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991850" y="4286250"/>
            <a:ext cx="5962650" cy="4191000"/>
          </a:xfrm>
          <a:prstGeom prst="roundRect">
            <a:avLst>
              <a:gd name="adj" fmla="val 4545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77850" y="4572000"/>
            <a:ext cx="1390650" cy="209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4750" y="5334000"/>
            <a:ext cx="5276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Dài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334750" y="5905500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a7abb24-a407-46d9-b282-95da2d5568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9191687-e6e5-4712-9cae-3a6b6662a7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3300" dirty="0"/>
          </a:p>
        </p:txBody>
      </p:sp>
      <p:sp>
        <p:nvSpPr>
          <p:cNvPr id="5" name="Connector line-1792492614787-486365178"/>
          <p:cNvSpPr/>
          <p:nvPr/>
        </p:nvSpPr>
        <p:spPr>
          <a:xfrm>
            <a:off x="5676900" y="4000500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6" name="Text 4"/>
          <p:cNvSpPr/>
          <p:nvPr/>
        </p:nvSpPr>
        <p:spPr>
          <a:xfrm>
            <a:off x="6305550" y="28575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3300" dirty="0"/>
          </a:p>
        </p:txBody>
      </p:sp>
      <p:sp>
        <p:nvSpPr>
          <p:cNvPr id="7" name="Connector line-1792492614790-81886429"/>
          <p:cNvSpPr/>
          <p:nvPr/>
        </p:nvSpPr>
        <p:spPr>
          <a:xfrm>
            <a:off x="11068050" y="4000500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11696700" y="2857500"/>
            <a:ext cx="5676900" cy="2286000"/>
          </a:xfrm>
          <a:prstGeom prst="roundRect">
            <a:avLst>
              <a:gd name="adj" fmla="val 11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3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3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5619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6762750"/>
            <a:ext cx="3886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105400" y="6762750"/>
            <a:ext cx="3886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296400" y="6762750"/>
            <a:ext cx="3886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487400" y="6762750"/>
            <a:ext cx="3886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388c94b-c094-4115-83ef-2729f3a13d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b="1" spc="1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"Tôi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muốn đặt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chuyến</a:t>
                      </a:r>
                      <a:r>
                        <a:rPr lang="en-US" sz="2250" dirty="0" spc="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Paris"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ngắn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"Chỗ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2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thì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sao?":</a:t>
                      </a:r>
                      <a:r>
                        <a:rPr lang="en-US" sz="225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"đó"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 Paris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Ben thích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trượt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tuyết, tránh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dốc khó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 nhân</a:t>
                      </a:r>
                      <a:r>
                        <a:rPr lang="en-US" sz="225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chuyên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lên</a:t>
                      </a:r>
                      <a:r>
                        <a:rPr lang="en-US" sz="2250" dirty="0" spc="-3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hoạch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trượt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</a:t>
                      </a:r>
                      <a:r>
                        <a:rPr lang="en-US" sz="225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Chuyến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bay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chỗ,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chuyến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 nhớ</a:t>
                      </a:r>
                      <a:r>
                        <a:rPr lang="en-US" sz="2250" b="1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</a:t>
                      </a: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Nhớ nhà hàng</a:t>
                      </a:r>
                      <a:r>
                        <a:rPr lang="en-US" sz="2250" dirty="0" spc="-2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Le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Chat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250" b="1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</a:t>
                      </a:r>
                      <a:r>
                        <a:rPr lang="en-US" sz="22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tiết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chuyến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bay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2ac65ac-700e-4d89-84a5-8f83baf75f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b="1" spc="1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b="1" spc="21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4057650" y="3009900"/>
            <a:ext cx="1714500" cy="209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524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Ngắn</a:t>
            </a:r>
            <a:r>
              <a:rPr lang="en-US" sz="45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500" dirty="0"/>
          </a:p>
        </p:txBody>
      </p:sp>
      <p:sp>
        <p:nvSpPr>
          <p:cNvPr id="7" name="Text richtext-1792492636134-242836757"/>
          <p:cNvSpPr/>
          <p:nvPr/>
        </p:nvSpPr>
        <p:spPr>
          <a:xfrm>
            <a:off x="1371600" y="4667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thông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 là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AgentSession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12515850" y="3009900"/>
            <a:ext cx="1714500" cy="2095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3524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Dài</a:t>
            </a:r>
            <a:r>
              <a:rPr lang="en-US" sz="45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500" dirty="0"/>
          </a:p>
        </p:txBody>
      </p:sp>
      <p:sp>
        <p:nvSpPr>
          <p:cNvPr id="11" name="Text richtext-1792492636158-717313889"/>
          <p:cNvSpPr/>
          <p:nvPr/>
        </p:nvSpPr>
        <p:spPr>
          <a:xfrm>
            <a:off x="9829800" y="4667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8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ab96615-724e-47a9-aab0-ddcd3a333d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950" b="1" spc="1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endParaRPr lang="en-US" sz="6900" dirty="0"/>
          </a:p>
        </p:txBody>
      </p:sp>
      <p:sp>
        <p:nvSpPr>
          <p:cNvPr id="4" name="Connector line-1792492649775-172930009"/>
          <p:cNvSpPr/>
          <p:nvPr/>
        </p:nvSpPr>
        <p:spPr>
          <a:xfrm flipH="1">
            <a:off x="3390900" y="4000500"/>
            <a:ext cx="5753100" cy="20955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92649776-27654467"/>
          <p:cNvSpPr/>
          <p:nvPr/>
        </p:nvSpPr>
        <p:spPr>
          <a:xfrm>
            <a:off x="9144000" y="4000500"/>
            <a:ext cx="0" cy="20955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92649776-624277914"/>
          <p:cNvSpPr/>
          <p:nvPr/>
        </p:nvSpPr>
        <p:spPr>
          <a:xfrm>
            <a:off x="9144000" y="4000500"/>
            <a:ext cx="5753100" cy="20955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096000" y="2762250"/>
            <a:ext cx="6096000" cy="1238250"/>
          </a:xfrm>
          <a:prstGeom prst="roundRect">
            <a:avLst>
              <a:gd name="adj" fmla="val 21538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2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14400" y="6096000"/>
            <a:ext cx="4953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632460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Mem0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238250" y="6991350"/>
            <a:ext cx="43053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67500" y="6096000"/>
            <a:ext cx="4953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1350" y="632460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Cognee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6991350" y="6991350"/>
            <a:ext cx="43053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420600" y="6096000"/>
            <a:ext cx="4953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44450" y="632460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4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2744450" y="6991350"/>
            <a:ext cx="43053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 nhất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Structured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f41a646-dccc-4362-9010-41f11b68a4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950" b="1" spc="1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Mem0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</a:t>
            </a:r>
            <a:endParaRPr lang="en-US" sz="6900" dirty="0"/>
          </a:p>
        </p:txBody>
      </p:sp>
      <p:sp>
        <p:nvSpPr>
          <p:cNvPr id="4" name="Connector line-1792492663849-203383222"/>
          <p:cNvSpPr/>
          <p:nvPr/>
        </p:nvSpPr>
        <p:spPr>
          <a:xfrm>
            <a:off x="1428750" y="3429000"/>
            <a:ext cx="1552575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419350" y="3048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6648450" y="3048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0877550" y="3048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5106650" y="3048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2419350" y="31623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48450" y="31623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877550" y="31623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5106650" y="31623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4286250"/>
            <a:ext cx="3771900" cy="3810000"/>
          </a:xfrm>
          <a:prstGeom prst="roundRect">
            <a:avLst>
              <a:gd name="adj" fmla="val 6061"/>
            </a:avLst>
          </a:prstGeom>
          <a:solidFill>
            <a:srgbClr val="1E212B"/>
          </a:solidFill>
          <a:ln w="28575">
            <a:solidFill>
              <a:srgbClr val="3B4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4572000"/>
            <a:ext cx="314325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Mem0 từ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5143500" y="4286250"/>
            <a:ext cx="3771900" cy="3810000"/>
          </a:xfrm>
          <a:prstGeom prst="roundRect">
            <a:avLst>
              <a:gd name="adj" fmla="val 606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7350" y="4572000"/>
            <a:ext cx="314325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Pha</a:t>
            </a:r>
            <a:r>
              <a:rPr lang="en-US" sz="27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7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 ký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72600" y="4286250"/>
            <a:ext cx="3771900" cy="3810000"/>
          </a:xfrm>
          <a:prstGeom prst="roundRect">
            <a:avLst>
              <a:gd name="adj" fmla="val 606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6450" y="4572000"/>
            <a:ext cx="314325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Pha</a:t>
            </a:r>
            <a:r>
              <a:rPr lang="en-US" sz="27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7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3601700" y="4286250"/>
            <a:ext cx="3771900" cy="3810000"/>
          </a:xfrm>
          <a:prstGeom prst="roundRect">
            <a:avLst>
              <a:gd name="adj" fmla="val 6061"/>
            </a:avLst>
          </a:prstGeom>
          <a:solidFill>
            <a:srgbClr val="1E212B"/>
          </a:solidFill>
          <a:ln w="28575">
            <a:solidFill>
              <a:srgbClr val="3B40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25550" y="4572000"/>
            <a:ext cx="3143250" cy="3238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Vector,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graph,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key-value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fc304cf-602e-4b08-bc10-415fe6d2c1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bốn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609850"/>
            <a:ext cx="1047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476500" y="2743200"/>
            <a:ext cx="144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76500" y="32956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1338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171950"/>
            <a:ext cx="1047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476500" y="4305300"/>
            <a:ext cx="144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6500" y="48577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 đã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34050"/>
            <a:ext cx="1047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476500" y="5867400"/>
            <a:ext cx="144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76500" y="64198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72580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7296150"/>
            <a:ext cx="1047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2476500" y="7429500"/>
            <a:ext cx="144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Bổ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 cho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76500" y="79819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43e69e4-f125-47e7-abf9-e75cb8c019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950" b="1" spc="25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8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424"/>
              </a:lnSpc>
              <a:buNone/>
            </a:pPr>
            <a:r>
              <a:rPr lang="en-US" sz="7800" dirty="0" spc="-1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78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r>
              <a:rPr lang="en-US" sz="78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cần.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52578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0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6000750"/>
            <a:ext cx="7162800" cy="2286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49530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52578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00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3000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91700" y="6000750"/>
            <a:ext cx="7162800" cy="2286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ít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3d3d2ad-ef02-4066-b3ed-1d813fb9b7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dốc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tuyết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bộ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phiên, còn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giữ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54ef546-5b35-4ab2-b02b-b8d2eb97ed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Generation: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cứu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Framework: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096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100" dirty="0" spc="-1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21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21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210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2100" dirty="0" spc="-1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 Corporation).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a79c8d2-fe02-492a-b99c-0ad06da961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2026-10-20T10:40:52Z</dcterms:created>
  <dcterms:modified xsi:type="dcterms:W3CDTF">2026-10-20T10:40:52Z</dcterms:modified>
</cp:coreProperties>
</file>