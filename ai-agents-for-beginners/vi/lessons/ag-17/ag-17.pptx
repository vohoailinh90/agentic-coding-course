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JetBrains Mono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525000" cy="24765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7800" dirty="0"/>
          </a:p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trên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3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70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 không</a:t>
            </a:r>
            <a:r>
              <a:rPr lang="en-US" sz="2700" dirty="0" spc="-1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1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700" dirty="0" spc="-1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7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5429250"/>
            <a:ext cx="9334500" cy="4000500"/>
          </a:xfrm>
          <a:prstGeom prst="rect">
            <a:avLst/>
          </a:prstGeom>
          <a:noFill/>
          <a:ln/>
        </p:spPr>
        <p:txBody>
          <a:bodyPr wrap="square" lIns="0" tIns="-2286" rIns="0" bIns="2286" rtlCol="0" anchor="t"/>
          <a:lstStyle/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spc="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SLM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giỏi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4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400" dirty="0"/>
          </a:p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Qwen</a:t>
            </a:r>
            <a:endParaRPr lang="en-US" sz="2400" dirty="0"/>
          </a:p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400" dirty="0"/>
          </a:p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 lai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buNone/>
            </a:pPr>
            <a:r>
              <a:rPr lang="en-US" sz="24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763250" y="1428750"/>
            <a:ext cx="6610350" cy="7429500"/>
          </a:xfrm>
          <a:prstGeom prst="roundRect">
            <a:avLst>
              <a:gd name="adj" fmla="val 5187"/>
            </a:avLst>
          </a:prstGeom>
          <a:solidFill>
            <a:srgbClr val="1E212B"/>
          </a:solidFill>
          <a:ln w="38100">
            <a:solidFill>
              <a:srgbClr val="3B40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44250" y="1771650"/>
            <a:ext cx="58483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144250" y="2571750"/>
            <a:ext cx="5848350" cy="1428750"/>
          </a:xfrm>
          <a:prstGeom prst="roundRect">
            <a:avLst>
              <a:gd name="adj" fmla="val 13333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Qwen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144250" y="4286250"/>
            <a:ext cx="5848350" cy="1047750"/>
          </a:xfrm>
          <a:prstGeom prst="roundRect">
            <a:avLst>
              <a:gd name="adj" fmla="val 18182"/>
            </a:avLst>
          </a:prstGeom>
          <a:solidFill>
            <a:srgbClr val="2A2E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144250" y="5619750"/>
            <a:ext cx="5848350" cy="1047750"/>
          </a:xfrm>
          <a:prstGeom prst="roundRect">
            <a:avLst>
              <a:gd name="adj" fmla="val 18182"/>
            </a:avLst>
          </a:prstGeom>
          <a:solidFill>
            <a:srgbClr val="2A2E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Chroma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1144250" y="6953250"/>
            <a:ext cx="5848350" cy="1047750"/>
          </a:xfrm>
          <a:prstGeom prst="roundRect">
            <a:avLst>
              <a:gd name="adj" fmla="val 18182"/>
            </a:avLst>
          </a:prstGeom>
          <a:solidFill>
            <a:srgbClr val="2A2E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MCP</a:t>
            </a:r>
            <a:r>
              <a:rPr lang="en-US" sz="25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5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cbbc697d-4cb0-4edd-9127-d635c2fcf5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762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667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009900"/>
            <a:ext cx="114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250" dirty="0"/>
          </a:p>
        </p:txBody>
      </p:sp>
      <p:sp>
        <p:nvSpPr>
          <p:cNvPr id="8" name="Text 6"/>
          <p:cNvSpPr/>
          <p:nvPr/>
        </p:nvSpPr>
        <p:spPr>
          <a:xfrm>
            <a:off x="1333500" y="4914900"/>
            <a:ext cx="114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250" dirty="0"/>
          </a:p>
        </p:txBody>
      </p:sp>
      <p:sp>
        <p:nvSpPr>
          <p:cNvPr id="9" name="Text 7"/>
          <p:cNvSpPr/>
          <p:nvPr/>
        </p:nvSpPr>
        <p:spPr>
          <a:xfrm>
            <a:off x="1333500" y="6819900"/>
            <a:ext cx="114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250" dirty="0"/>
          </a:p>
        </p:txBody>
      </p:sp>
      <p:sp>
        <p:nvSpPr>
          <p:cNvPr id="10" name="Text 8"/>
          <p:cNvSpPr/>
          <p:nvPr/>
        </p:nvSpPr>
        <p:spPr>
          <a:xfrm>
            <a:off x="2857500" y="306705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SLM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2857500" y="37338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Giỏi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nào nên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2857500" y="497205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33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Qwen trên</a:t>
            </a:r>
            <a:r>
              <a:rPr lang="en-US" sz="33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857500" y="56388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Foundry Local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OpenAI.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2857500" y="687705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3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3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RAG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2857500" y="75438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phận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02/11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9b09a5d9-a2c6-4177-89b5-f47cc440b6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950" b="1" spc="1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950" b="1" spc="18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b="1" spc="17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 cục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02920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29400" y="2762250"/>
            <a:ext cx="502920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0" y="2762250"/>
            <a:ext cx="5029200" cy="4191000"/>
          </a:xfrm>
          <a:prstGeom prst="roundRect">
            <a:avLst>
              <a:gd name="adj" fmla="val 6364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105150"/>
            <a:ext cx="426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Riêng</a:t>
            </a:r>
            <a:r>
              <a:rPr lang="en-US" sz="4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95400" y="4095750"/>
            <a:ext cx="4267200" cy="2476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010400" y="3105150"/>
            <a:ext cx="426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</a:t>
            </a:r>
            <a:r>
              <a:rPr lang="en-US" sz="4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010400" y="4095750"/>
            <a:ext cx="4267200" cy="2476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tính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725400" y="3105150"/>
            <a:ext cx="426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Ngoại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2725400" y="4095750"/>
            <a:ext cx="4267200" cy="2476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334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7620000"/>
            <a:ext cx="15621000" cy="857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SLM.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9132c04-794a-4630-abec-e812f9c045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SLM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GIỎI GÌ,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19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SLM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286250"/>
          </a:xfrm>
          <a:prstGeom prst="roundRect">
            <a:avLst>
              <a:gd name="adj" fmla="val 622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067050"/>
            <a:ext cx="708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SLM</a:t>
            </a:r>
            <a:r>
              <a:rPr lang="en-US" sz="4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giỏi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019550"/>
            <a:ext cx="70866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spcAft>
                <a:spcPts val="1050"/>
              </a:spcAft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trúc,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700" dirty="0"/>
          </a:p>
          <a:p>
            <a:pPr algn="l" indent="0" marL="0">
              <a:lnSpc>
                <a:spcPts val="3645"/>
              </a:lnSpc>
              <a:spcAft>
                <a:spcPts val="1050"/>
              </a:spcAft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rẻ,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4286250"/>
          </a:xfrm>
          <a:prstGeom prst="roundRect">
            <a:avLst>
              <a:gd name="adj" fmla="val 6222"/>
            </a:avLst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0" y="3067050"/>
            <a:ext cx="708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SLM</a:t>
            </a:r>
            <a:r>
              <a:rPr lang="en-US" sz="4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yếu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829800" y="4019550"/>
            <a:ext cx="70866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spcAft>
                <a:spcPts val="1050"/>
              </a:spcAft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mở,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74295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734300"/>
            <a:ext cx="15621000" cy="762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SLM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phối,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2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3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9" name="Shape 17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Shape 19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2" name="Shape 20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3" name="Text 21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04/11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db663bad-3e0a-4500-b344-f055902124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r>
              <a:rPr lang="en-US" sz="1950" b="1" spc="1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</a:t>
            </a:r>
            <a:r>
              <a:rPr lang="en-US" sz="1950" b="1" spc="17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QWEN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9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6900" dirty="0"/>
          </a:p>
        </p:txBody>
      </p:sp>
      <p:sp>
        <p:nvSpPr>
          <p:cNvPr id="4" name="Connector line-1792505001005-247765180"/>
          <p:cNvSpPr/>
          <p:nvPr/>
        </p:nvSpPr>
        <p:spPr>
          <a:xfrm>
            <a:off x="6248400" y="3667125"/>
            <a:ext cx="2133600" cy="904875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5" name="Connector line-1792505001006-413625542"/>
          <p:cNvSpPr/>
          <p:nvPr/>
        </p:nvSpPr>
        <p:spPr>
          <a:xfrm flipH="1">
            <a:off x="9906000" y="3667125"/>
            <a:ext cx="2133600" cy="904875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Connector line-1792505001006-16357579"/>
          <p:cNvSpPr/>
          <p:nvPr/>
        </p:nvSpPr>
        <p:spPr>
          <a:xfrm flipV="1">
            <a:off x="6248400" y="6286500"/>
            <a:ext cx="2133600" cy="1285875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7" name="Connector line-1792505001006-562342629"/>
          <p:cNvSpPr/>
          <p:nvPr/>
        </p:nvSpPr>
        <p:spPr>
          <a:xfrm flipH="1" flipV="1">
            <a:off x="9906000" y="6286500"/>
            <a:ext cx="2133600" cy="1285875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14400" y="2762250"/>
            <a:ext cx="5334000" cy="1809750"/>
          </a:xfrm>
          <a:prstGeom prst="roundRect">
            <a:avLst>
              <a:gd name="adj" fmla="val 1473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3009900"/>
            <a:ext cx="468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850" b="1" dirty="0" spc="-1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238250" y="3657600"/>
            <a:ext cx="468630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5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 lý, phục vụ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039600" y="2762250"/>
            <a:ext cx="5334000" cy="1809750"/>
          </a:xfrm>
          <a:prstGeom prst="roundRect">
            <a:avLst>
              <a:gd name="adj" fmla="val 1473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63450" y="3009900"/>
            <a:ext cx="468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8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8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2363450" y="3657600"/>
            <a:ext cx="468630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base_url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6667500"/>
            <a:ext cx="5334000" cy="1809750"/>
          </a:xfrm>
          <a:prstGeom prst="roundRect">
            <a:avLst>
              <a:gd name="adj" fmla="val 1473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8250" y="6915150"/>
            <a:ext cx="468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8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38250" y="7562850"/>
            <a:ext cx="468630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GPU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NPU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039600" y="6667500"/>
            <a:ext cx="5334000" cy="1809750"/>
          </a:xfrm>
          <a:prstGeom prst="roundRect">
            <a:avLst>
              <a:gd name="adj" fmla="val 1473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63450" y="6915150"/>
            <a:ext cx="468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Qwen</a:t>
            </a:r>
            <a:r>
              <a:rPr lang="en-US" sz="28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2363450" y="7562850"/>
            <a:ext cx="468630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715250" y="4000500"/>
            <a:ext cx="2857500" cy="2857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7715250" y="4810125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Foundry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7715250" y="5476875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Local</a:t>
            </a:r>
            <a:endParaRPr lang="en-US" sz="4200" dirty="0"/>
          </a:p>
        </p:txBody>
      </p:sp>
      <p:sp>
        <p:nvSpPr>
          <p:cNvPr id="23" name="Shape 21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Shape 28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1" name="Shape 29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2" name="Shape 30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3" name="Shape 31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4" name="Text 32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05/11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0e5b8c58-0151-4400-b417-ac06e4908a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950" b="1" spc="17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0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950" b="1" spc="21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 bộ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phận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1100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850" b="1" dirty="0" spc="-6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của</a:t>
            </a:r>
            <a:r>
              <a:rPr lang="en-US" sz="28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850" dirty="0"/>
          </a:p>
        </p:txBody>
      </p:sp>
      <p:sp>
        <p:nvSpPr>
          <p:cNvPr id="6" name="Connector line-1792505015185-983928128"/>
          <p:cNvSpPr/>
          <p:nvPr/>
        </p:nvSpPr>
        <p:spPr>
          <a:xfrm>
            <a:off x="3771900" y="3857625"/>
            <a:ext cx="542925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7" name="Shape 5"/>
          <p:cNvSpPr/>
          <p:nvPr/>
        </p:nvSpPr>
        <p:spPr>
          <a:xfrm>
            <a:off x="4314825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1525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8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Nhúng</a:t>
            </a:r>
            <a:r>
              <a:rPr lang="en-US" sz="28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8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850" dirty="0"/>
          </a:p>
        </p:txBody>
      </p:sp>
      <p:sp>
        <p:nvSpPr>
          <p:cNvPr id="9" name="Connector line-1792505015188-282075455"/>
          <p:cNvSpPr/>
          <p:nvPr/>
        </p:nvSpPr>
        <p:spPr>
          <a:xfrm>
            <a:off x="7172325" y="3857625"/>
            <a:ext cx="542925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0" name="Shape 8"/>
          <p:cNvSpPr/>
          <p:nvPr/>
        </p:nvSpPr>
        <p:spPr>
          <a:xfrm>
            <a:off x="7715250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7981950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Chroma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850" dirty="0"/>
          </a:p>
        </p:txBody>
      </p:sp>
      <p:sp>
        <p:nvSpPr>
          <p:cNvPr id="12" name="Connector line-1792505015191-264057735"/>
          <p:cNvSpPr/>
          <p:nvPr/>
        </p:nvSpPr>
        <p:spPr>
          <a:xfrm>
            <a:off x="10572750" y="3857625"/>
            <a:ext cx="542925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3" name="Shape 11"/>
          <p:cNvSpPr/>
          <p:nvPr/>
        </p:nvSpPr>
        <p:spPr>
          <a:xfrm>
            <a:off x="11115675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82375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</a:t>
            </a:r>
            <a:r>
              <a:rPr lang="en-US" sz="2850" b="1" dirty="0" spc="-2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8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8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850" dirty="0"/>
          </a:p>
        </p:txBody>
      </p:sp>
      <p:sp>
        <p:nvSpPr>
          <p:cNvPr id="15" name="Connector line-1792505015194-275760740"/>
          <p:cNvSpPr/>
          <p:nvPr/>
        </p:nvSpPr>
        <p:spPr>
          <a:xfrm>
            <a:off x="13973175" y="3857625"/>
            <a:ext cx="542925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6" name="Shape 14"/>
          <p:cNvSpPr/>
          <p:nvPr/>
        </p:nvSpPr>
        <p:spPr>
          <a:xfrm>
            <a:off x="14516100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782800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5.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SLM</a:t>
            </a:r>
            <a:r>
              <a:rPr lang="en-US" sz="285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14400" y="56197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" y="5943600"/>
            <a:ext cx="716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33500" y="6667500"/>
            <a:ext cx="71628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700" dirty="0" spc="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700" dirty="0" spc="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thường,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</a:t>
            </a:r>
            <a:r>
              <a:rPr lang="en-US" sz="2700" dirty="0" spc="-2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án.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372600" y="56197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9791700" y="5943600"/>
            <a:ext cx="716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read_file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791700" y="6667500"/>
            <a:ext cx="71628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700" dirty="0" spc="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 nằm</a:t>
            </a:r>
            <a:r>
              <a:rPr lang="en-US" sz="2700" dirty="0" spc="-1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70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án.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6" name="Shape 24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7" name="Shape 25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8" name="Shape 26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9" name="Shape 27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1" name="Shape 29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2" name="Shape 30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3" name="Shape 31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4" name="Shape 32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5" name="Text 33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06/11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534b049f-4374-4051-ae10-804836f616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Cục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Tình</a:t>
                      </a:r>
                      <a:r>
                        <a:rPr lang="en-US" sz="2400" b="1" dirty="0" spc="-6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huống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3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Chạy</a:t>
                      </a:r>
                      <a:r>
                        <a:rPr lang="en-US" sz="2400" b="1" dirty="0" spc="4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400" b="1" dirty="0" spc="10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đâu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Mã</a:t>
                      </a:r>
                      <a:r>
                        <a:rPr lang="en-US" sz="24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hay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nhạy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cảm,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</a:t>
                      </a:r>
                      <a:r>
                        <a:rPr lang="en-US" sz="24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ngoại</a:t>
                      </a:r>
                      <a:r>
                        <a:rPr lang="en-US" sz="240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tuyến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SLM</a:t>
                      </a:r>
                      <a:r>
                        <a:rPr lang="en-US" sz="24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cục</a:t>
                      </a: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Việc</a:t>
                      </a:r>
                      <a:r>
                        <a:rPr lang="en-US" sz="2400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đơn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giản,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 giới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SLM</a:t>
                      </a:r>
                      <a:r>
                        <a:rPr lang="en-US" sz="24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cục</a:t>
                      </a: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400" b="1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(rẻ,</a:t>
                      </a:r>
                      <a:r>
                        <a:rPr lang="en-US" sz="24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nhanh)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Suy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luận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khó,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nhạy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cảm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400" b="1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đám</a:t>
                      </a:r>
                      <a:r>
                        <a:rPr lang="en-US" sz="2400" b="1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mây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Mọi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thứ,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lúc</a:t>
                      </a:r>
                      <a:r>
                        <a:rPr lang="en-US" sz="2400" dirty="0" spc="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đám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mây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sự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cố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SLM</a:t>
                      </a:r>
                      <a:r>
                        <a:rPr lang="en-US" sz="24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cục</a:t>
                      </a: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40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(xuống</a:t>
                      </a: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cấp</a:t>
                      </a:r>
                      <a:r>
                        <a:rPr lang="en-US" sz="240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nhẹ</a:t>
                      </a:r>
                      <a:r>
                        <a:rPr lang="en-US" sz="24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nhàng)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6" name="Shape 3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7" name="Shape 4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8" name="Shape 5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9" name="Shape 6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0" name="Shape 7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8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9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0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1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2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Text 13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98a6bbe8-0ba2-4e2e-ac87-ddf31b9921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1950" b="1" spc="19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Cục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ranh</a:t>
            </a:r>
            <a:r>
              <a:rPr lang="en-US" sz="69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6096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2895600"/>
            <a:ext cx="156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3448050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MCP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4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-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1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428750" y="4191000"/>
            <a:ext cx="15430500" cy="4191000"/>
          </a:xfrm>
          <a:prstGeom prst="roundRect">
            <a:avLst>
              <a:gd name="adj" fmla="val 6364"/>
            </a:avLst>
          </a:prstGeom>
          <a:solidFill>
            <a:srgbClr val="2A2E3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09750" y="4400550"/>
            <a:ext cx="1466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30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00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30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809750" y="4953000"/>
            <a:ext cx="1466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40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4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vi:</a:t>
            </a:r>
            <a:r>
              <a:rPr lang="en-US" sz="24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400" dirty="0" spc="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 án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000250" y="5715000"/>
            <a:ext cx="14287500" cy="2286000"/>
          </a:xfrm>
          <a:prstGeom prst="roundRect">
            <a:avLst>
              <a:gd name="adj" fmla="val 1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2381250" y="6096000"/>
            <a:ext cx="1352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381250" y="6667500"/>
            <a:ext cx="13525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Coi là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4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9" name="Shape 17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2" name="Shape 20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3" name="Shape 21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4" name="Text 22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08/11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53936370-7c4f-47f6-b567-2cb40677d4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1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69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Qwen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8194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286000" y="32385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1960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767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2286000" y="489585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7695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61341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2286000" y="65532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6477000" y="2762250"/>
            <a:ext cx="10896600" cy="4743450"/>
          </a:xfrm>
          <a:prstGeom prst="roundRect">
            <a:avLst>
              <a:gd name="adj" fmla="val 4819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6819900" y="3105150"/>
            <a:ext cx="10287000" cy="4191000"/>
          </a:xfrm>
          <a:prstGeom prst="rect">
            <a:avLst/>
          </a:prstGeom>
          <a:noFill/>
          <a:ln/>
        </p:spPr>
        <p:txBody>
          <a:bodyPr wrap="square" lIns="0" tIns="-19209" rIns="0" bIns="19209" rtlCol="0" anchor="t"/>
          <a:lstStyle/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foundry model run qwen2.5-7b-instruct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foundry service status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manager = FoundryLocalManager("qwen2.5-7b-instruct")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 = OpenAI(base_url=manager.endpoint, api_key=manager.api_key)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09/11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72ef5e3-d625-499b-941d-d1a07c5a00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57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6857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 kiểm</a:t>
            </a:r>
            <a:r>
              <a:rPr lang="en-US" sz="6857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857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cần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agent,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5143500"/>
            <a:ext cx="20955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550" dirty="0"/>
          </a:p>
        </p:txBody>
      </p:sp>
      <p:sp>
        <p:nvSpPr>
          <p:cNvPr id="6" name="Connector line-1792505076505-791056070"/>
          <p:cNvSpPr/>
          <p:nvPr/>
        </p:nvSpPr>
        <p:spPr>
          <a:xfrm>
            <a:off x="3009900" y="5619750"/>
            <a:ext cx="609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7" name="Text 5"/>
          <p:cNvSpPr/>
          <p:nvPr/>
        </p:nvSpPr>
        <p:spPr>
          <a:xfrm>
            <a:off x="3619500" y="5048250"/>
            <a:ext cx="3429000" cy="1143000"/>
          </a:xfrm>
          <a:prstGeom prst="roundRect">
            <a:avLst>
              <a:gd name="adj" fmla="val 1666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Nhạy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tuyến?</a:t>
            </a:r>
            <a:endParaRPr lang="en-US" sz="2250" dirty="0"/>
          </a:p>
        </p:txBody>
      </p:sp>
      <p:sp>
        <p:nvSpPr>
          <p:cNvPr id="8" name="Connector line-1792505076508-808129631"/>
          <p:cNvSpPr/>
          <p:nvPr/>
        </p:nvSpPr>
        <p:spPr>
          <a:xfrm flipV="1">
            <a:off x="7048500" y="4476750"/>
            <a:ext cx="952500" cy="8572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9" name="Text 7"/>
          <p:cNvSpPr/>
          <p:nvPr/>
        </p:nvSpPr>
        <p:spPr>
          <a:xfrm>
            <a:off x="7143750" y="455295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001000" y="4000500"/>
            <a:ext cx="3048000" cy="9525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550" dirty="0"/>
          </a:p>
        </p:txBody>
      </p:sp>
      <p:sp>
        <p:nvSpPr>
          <p:cNvPr id="11" name="Connector line-1792505076511-521329114"/>
          <p:cNvSpPr/>
          <p:nvPr/>
        </p:nvSpPr>
        <p:spPr>
          <a:xfrm>
            <a:off x="7048500" y="5905500"/>
            <a:ext cx="952500" cy="8572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6667500" y="6667500"/>
            <a:ext cx="104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001000" y="628650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sâu?</a:t>
            </a:r>
            <a:endParaRPr lang="en-US" sz="2400" dirty="0"/>
          </a:p>
        </p:txBody>
      </p:sp>
      <p:sp>
        <p:nvSpPr>
          <p:cNvPr id="14" name="Connector line-1792505076514-732361111"/>
          <p:cNvSpPr/>
          <p:nvPr/>
        </p:nvSpPr>
        <p:spPr>
          <a:xfrm flipV="1">
            <a:off x="11430000" y="6096000"/>
            <a:ext cx="952500" cy="4762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11525250" y="5715000"/>
            <a:ext cx="104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382500" y="5619750"/>
            <a:ext cx="3238500" cy="9525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550" dirty="0"/>
          </a:p>
        </p:txBody>
      </p:sp>
      <p:sp>
        <p:nvSpPr>
          <p:cNvPr id="17" name="Connector line-1792505076517-174330740"/>
          <p:cNvSpPr/>
          <p:nvPr/>
        </p:nvSpPr>
        <p:spPr>
          <a:xfrm>
            <a:off x="11430000" y="7048500"/>
            <a:ext cx="952500" cy="4762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11572875" y="752475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382500" y="7048500"/>
            <a:ext cx="32385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8382000"/>
            <a:ext cx="16459200" cy="857250"/>
          </a:xfrm>
          <a:prstGeom prst="roundRect">
            <a:avLst>
              <a:gd name="adj" fmla="val 22222"/>
            </a:avLst>
          </a:prstGeom>
          <a:solidFill>
            <a:srgbClr val="1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1238250" y="855345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4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cảm: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SLM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bộ. Suy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khó,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khai:</a:t>
            </a:r>
            <a:r>
              <a:rPr lang="en-US" sz="24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Shape 28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1" name="Shape 29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3" name="Text 31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10/11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49a4d46c-8978-43c2-bc7c-f0ceea71f3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1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17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6700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SLM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Small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Model: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2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nhỏ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RAG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Retrieval</a:t>
                      </a: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Augmented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Generation:</a:t>
                      </a:r>
                      <a:r>
                        <a:rPr lang="en-US" sz="225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25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cứu</a:t>
                      </a:r>
                      <a:r>
                        <a:rPr lang="en-US" sz="225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mới</a:t>
                      </a:r>
                      <a:r>
                        <a:rPr lang="en-US" sz="225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MCP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Model</a:t>
                      </a:r>
                      <a:r>
                        <a:rPr lang="en-US" sz="225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Context</a:t>
                      </a:r>
                      <a:r>
                        <a:rPr lang="en-US" sz="225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Protocol: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cổng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chuẩn</a:t>
                      </a:r>
                      <a:r>
                        <a:rPr lang="en-US" sz="22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tới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ngoài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2250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Interface: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cổng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CPU,</a:t>
                      </a:r>
                      <a:r>
                        <a:rPr lang="en-US" sz="22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GPU,</a:t>
                      </a:r>
                      <a:r>
                        <a:rPr lang="en-US" sz="22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NPU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xử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chung,</a:t>
                      </a:r>
                      <a:r>
                        <a:rPr lang="en-US" sz="2250" dirty="0" spc="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đồ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họa,</a:t>
                      </a: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chuyên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2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52475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9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950" dirty="0" spc="-15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3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-2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950" dirty="0" spc="-1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9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microsoft/ai-agents-for-beginners</a:t>
            </a:r>
            <a:r>
              <a:rPr lang="en-US" sz="1950" dirty="0" spc="3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1950" dirty="0" spc="0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 ©</a:t>
            </a:r>
            <a:r>
              <a:rPr lang="en-US" sz="1950" dirty="0" spc="-9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950" dirty="0" spc="-8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Corporation).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7" name="Shape 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9" name="Shape 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0" name="Shape 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11/11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641107c1-9d81-496c-bf83-10e278cb93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2026-10-20T14:06:39Z</dcterms:created>
  <dcterms:modified xsi:type="dcterms:W3CDTF">2026-10-20T14:06:39Z</dcterms:modified>
</cp:coreProperties>
</file>