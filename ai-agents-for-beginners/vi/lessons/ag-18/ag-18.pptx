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0"/>
      <p:bold r:id="rId18"/>
    </p:embeddedFont>
    <p:embeddedFont>
      <p:font typeface="Bricolage Grotesque ExtraBold"/>
      <p:regular r:id="rId19"/>
    </p:embeddedFont>
    <p:embeddedFont>
      <p:font typeface="JetBrains Mono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950" b="1" spc="21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525000" cy="24765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Bảo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r>
              <a:rPr lang="en-US" sz="78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endParaRPr lang="en-US" sz="7800" dirty="0"/>
          </a:p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bằng</a:t>
            </a:r>
            <a:r>
              <a:rPr lang="en-US" sz="78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biên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3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700" dirty="0" spc="-1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dirty="0" spc="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1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dirty="0" spc="-6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700" dirty="0" spc="-1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70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700" dirty="0" spc="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dirty="0" spc="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5429250"/>
            <a:ext cx="9334500" cy="4000500"/>
          </a:xfrm>
          <a:prstGeom prst="rect">
            <a:avLst/>
          </a:prstGeom>
          <a:noFill/>
          <a:ln/>
        </p:spPr>
        <p:txBody>
          <a:bodyPr wrap="square" lIns="0" tIns="-2286" rIns="0" bIns="2286" rtlCol="0" anchor="t"/>
          <a:lstStyle/>
          <a:p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2400" dirty="0"/>
          </a:p>
          <a:p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nhận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4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400" dirty="0"/>
          </a:p>
          <a:p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endParaRPr lang="en-US" sz="2400" dirty="0"/>
          </a:p>
          <a:p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400" dirty="0"/>
          </a:p>
          <a:p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3600"/>
              </a:lnSpc>
              <a:spcAft>
                <a:spcPts val="300"/>
              </a:spcAft>
              <a:buNone/>
            </a:pPr>
            <a:r>
              <a:rPr lang="en-US" sz="24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4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lnSpc>
                <a:spcPts val="3600"/>
              </a:lnSpc>
              <a:buNone/>
            </a:pPr>
            <a:r>
              <a:rPr lang="en-US" sz="24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763250" y="1428750"/>
            <a:ext cx="6610350" cy="7429500"/>
          </a:xfrm>
          <a:prstGeom prst="roundRect">
            <a:avLst>
              <a:gd name="adj" fmla="val 5187"/>
            </a:avLst>
          </a:prstGeom>
          <a:solidFill>
            <a:srgbClr val="1E212B"/>
          </a:solidFill>
          <a:ln w="38100">
            <a:solidFill>
              <a:srgbClr val="3B40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5250" y="1905000"/>
            <a:ext cx="5086350" cy="6477000"/>
          </a:xfrm>
          <a:prstGeom prst="roundRect">
            <a:avLst>
              <a:gd name="adj" fmla="val 3745"/>
            </a:avLst>
          </a:prstGeom>
          <a:solidFill>
            <a:srgbClr val="F3EEE3"/>
          </a:solidFill>
          <a:ln/>
        </p:spPr>
      </p:sp>
      <p:sp>
        <p:nvSpPr>
          <p:cNvPr id="8" name="Text 6"/>
          <p:cNvSpPr/>
          <p:nvPr/>
        </p:nvSpPr>
        <p:spPr>
          <a:xfrm>
            <a:off x="11906250" y="2286000"/>
            <a:ext cx="4324350" cy="666750"/>
          </a:xfrm>
          <a:prstGeom prst="roundRect">
            <a:avLst>
              <a:gd name="adj" fmla="val 1714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1906250" y="3143250"/>
            <a:ext cx="4324350" cy="666750"/>
          </a:xfrm>
          <a:prstGeom prst="roundRect">
            <a:avLst>
              <a:gd name="adj" fmla="val 1714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22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906250" y="4000500"/>
            <a:ext cx="4324350" cy="666750"/>
          </a:xfrm>
          <a:prstGeom prst="roundRect">
            <a:avLst>
              <a:gd name="adj" fmla="val 1714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225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906250" y="4857750"/>
            <a:ext cx="4324350" cy="666750"/>
          </a:xfrm>
          <a:prstGeom prst="roundRect">
            <a:avLst>
              <a:gd name="adj" fmla="val 1714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2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3115925" y="6096000"/>
            <a:ext cx="1905000" cy="19050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3115925" y="681990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115925" y="72771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Ed25519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b4ee6771-a206-4971-9c54-9fa985ec106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950" b="1" spc="21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6629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0" y="3143250"/>
            <a:ext cx="5029200" cy="5334000"/>
          </a:xfrm>
          <a:prstGeom prst="roundRect">
            <a:avLst>
              <a:gd name="adj" fmla="val 5303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429000"/>
            <a:ext cx="4267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9750" dirty="0"/>
          </a:p>
        </p:txBody>
      </p:sp>
      <p:sp>
        <p:nvSpPr>
          <p:cNvPr id="8" name="Text 6"/>
          <p:cNvSpPr/>
          <p:nvPr/>
        </p:nvSpPr>
        <p:spPr>
          <a:xfrm>
            <a:off x="1295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33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33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295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6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010400" y="3429000"/>
            <a:ext cx="4267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9750" dirty="0"/>
          </a:p>
        </p:txBody>
      </p:sp>
      <p:sp>
        <p:nvSpPr>
          <p:cNvPr id="11" name="Text 9"/>
          <p:cNvSpPr/>
          <p:nvPr/>
        </p:nvSpPr>
        <p:spPr>
          <a:xfrm>
            <a:off x="7010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-10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33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7010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 tuyến,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725400" y="3429000"/>
            <a:ext cx="4267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0" dirty="0" spc="-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9750" dirty="0"/>
          </a:p>
        </p:txBody>
      </p:sp>
      <p:sp>
        <p:nvSpPr>
          <p:cNvPr id="14" name="Text 12"/>
          <p:cNvSpPr/>
          <p:nvPr/>
        </p:nvSpPr>
        <p:spPr>
          <a:xfrm>
            <a:off x="12725400" y="5143500"/>
            <a:ext cx="4267200" cy="10477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33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33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725400" y="6477000"/>
            <a:ext cx="4267200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Text 25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02/11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a1693af0-538f-409b-a8ca-60aab0ed86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0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19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nhật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ký,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CFE8E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41910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CFE8E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7150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CFE8E2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2762250"/>
            <a:ext cx="95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300" dirty="0"/>
          </a:p>
        </p:txBody>
      </p:sp>
      <p:sp>
        <p:nvSpPr>
          <p:cNvPr id="8" name="Text 6"/>
          <p:cNvSpPr/>
          <p:nvPr/>
        </p:nvSpPr>
        <p:spPr>
          <a:xfrm>
            <a:off x="1238250" y="4286250"/>
            <a:ext cx="95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300" dirty="0"/>
          </a:p>
        </p:txBody>
      </p:sp>
      <p:sp>
        <p:nvSpPr>
          <p:cNvPr id="9" name="Text 7"/>
          <p:cNvSpPr/>
          <p:nvPr/>
        </p:nvSpPr>
        <p:spPr>
          <a:xfrm>
            <a:off x="1238250" y="5810250"/>
            <a:ext cx="95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300" dirty="0"/>
          </a:p>
        </p:txBody>
      </p:sp>
      <p:sp>
        <p:nvSpPr>
          <p:cNvPr id="10" name="Text 8"/>
          <p:cNvSpPr/>
          <p:nvPr/>
        </p:nvSpPr>
        <p:spPr>
          <a:xfrm>
            <a:off x="2381250" y="281940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3000" b="1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381250" y="3390900"/>
            <a:ext cx="1428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ghi, ai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381250" y="434340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</a:t>
            </a:r>
            <a:r>
              <a:rPr lang="en-US" sz="30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381250" y="4914900"/>
            <a:ext cx="1428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381250" y="586740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381250" y="6438900"/>
            <a:ext cx="1428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hợp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cụ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7696200"/>
            <a:ext cx="15621000" cy="762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Shape 26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9" name="Text 27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a431f46c-0be6-44d6-8064-93ba52e3287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950" b="1" spc="17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69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biên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28575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1100" y="3143250"/>
            <a:ext cx="2324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r>
              <a:rPr lang="en-US" sz="2850" b="1" dirty="0" spc="-1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8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2850" dirty="0"/>
          </a:p>
        </p:txBody>
      </p:sp>
      <p:sp>
        <p:nvSpPr>
          <p:cNvPr id="6" name="Connector line-1792505239200-522100361"/>
          <p:cNvSpPr/>
          <p:nvPr/>
        </p:nvSpPr>
        <p:spPr>
          <a:xfrm>
            <a:off x="3771900" y="3857625"/>
            <a:ext cx="542925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7" name="Shape 5"/>
          <p:cNvSpPr/>
          <p:nvPr/>
        </p:nvSpPr>
        <p:spPr>
          <a:xfrm>
            <a:off x="4314825" y="2762250"/>
            <a:ext cx="28575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81525" y="3143250"/>
            <a:ext cx="2324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2850" b="1" dirty="0" spc="2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8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</a:t>
            </a:r>
            <a:endParaRPr lang="en-US" sz="2850" dirty="0"/>
          </a:p>
        </p:txBody>
      </p:sp>
      <p:sp>
        <p:nvSpPr>
          <p:cNvPr id="9" name="Connector line-1792505239204-888124243"/>
          <p:cNvSpPr/>
          <p:nvPr/>
        </p:nvSpPr>
        <p:spPr>
          <a:xfrm>
            <a:off x="7172325" y="3857625"/>
            <a:ext cx="542925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10" name="Shape 8"/>
          <p:cNvSpPr/>
          <p:nvPr/>
        </p:nvSpPr>
        <p:spPr>
          <a:xfrm>
            <a:off x="7715250" y="2762250"/>
            <a:ext cx="28575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81950" y="3143250"/>
            <a:ext cx="2324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</a:t>
            </a:r>
            <a:r>
              <a:rPr lang="en-US" sz="28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85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 theo</a:t>
            </a:r>
            <a:r>
              <a:rPr lang="en-US" sz="28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JCS</a:t>
            </a:r>
            <a:endParaRPr lang="en-US" sz="2850" dirty="0"/>
          </a:p>
        </p:txBody>
      </p:sp>
      <p:sp>
        <p:nvSpPr>
          <p:cNvPr id="12" name="Connector line-1792505239208-110573788"/>
          <p:cNvSpPr/>
          <p:nvPr/>
        </p:nvSpPr>
        <p:spPr>
          <a:xfrm>
            <a:off x="10572750" y="3857625"/>
            <a:ext cx="542925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13" name="Shape 11"/>
          <p:cNvSpPr/>
          <p:nvPr/>
        </p:nvSpPr>
        <p:spPr>
          <a:xfrm>
            <a:off x="11115675" y="2762250"/>
            <a:ext cx="2857500" cy="2190750"/>
          </a:xfrm>
          <a:prstGeom prst="roundRect">
            <a:avLst>
              <a:gd name="adj" fmla="val 12174"/>
            </a:avLst>
          </a:prstGeom>
          <a:solidFill>
            <a:srgbClr val="FF6A4D"/>
          </a:solidFill>
          <a:ln/>
        </p:spPr>
      </p:sp>
      <p:sp>
        <p:nvSpPr>
          <p:cNvPr id="14" name="Text 12"/>
          <p:cNvSpPr/>
          <p:nvPr/>
        </p:nvSpPr>
        <p:spPr>
          <a:xfrm>
            <a:off x="11382375" y="3143250"/>
            <a:ext cx="2324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4.</a:t>
            </a:r>
            <a:r>
              <a:rPr lang="en-US" sz="2850" b="1" dirty="0" spc="-5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Ed25519</a:t>
            </a:r>
            <a:endParaRPr lang="en-US" sz="2850" dirty="0"/>
          </a:p>
        </p:txBody>
      </p:sp>
      <p:sp>
        <p:nvSpPr>
          <p:cNvPr id="15" name="Connector line-1792505239210-570741607"/>
          <p:cNvSpPr/>
          <p:nvPr/>
        </p:nvSpPr>
        <p:spPr>
          <a:xfrm>
            <a:off x="13973175" y="3857625"/>
            <a:ext cx="542925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16" name="Shape 14"/>
          <p:cNvSpPr/>
          <p:nvPr/>
        </p:nvSpPr>
        <p:spPr>
          <a:xfrm>
            <a:off x="14516100" y="2762250"/>
            <a:ext cx="28575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782800" y="3143250"/>
            <a:ext cx="2324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5.</a:t>
            </a:r>
            <a:r>
              <a:rPr lang="en-US" sz="2850" b="1" dirty="0" spc="-2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8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8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2850" b="1" dirty="0" spc="-1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914400" y="561975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333500" y="5943600"/>
            <a:ext cx="716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Băm,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30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 văn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333500" y="6667500"/>
            <a:ext cx="7162800" cy="1524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Biên</a:t>
            </a:r>
            <a:r>
              <a:rPr lang="en-US" sz="270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-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700" dirty="0" spc="-17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kín</a:t>
            </a:r>
            <a:r>
              <a:rPr lang="en-US" sz="270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70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700" dirty="0" spc="-1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270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cảm.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9372600" y="561975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9791700" y="5943600"/>
            <a:ext cx="716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791700" y="6667500"/>
            <a:ext cx="7162800" cy="1524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dirty="0" spc="-5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dirty="0" spc="-2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700" dirty="0" spc="-18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700" dirty="0" spc="-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nhận.</a:t>
            </a:r>
            <a:endParaRPr lang="en-US" sz="2700" dirty="0"/>
          </a:p>
        </p:txBody>
      </p:sp>
      <p:sp>
        <p:nvSpPr>
          <p:cNvPr id="24" name="Shape 22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5" name="Shape 23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6" name="Shape 24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7" name="Shape 25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9" name="Shape 27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0" name="Shape 28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1" name="Shape 29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2" name="Shape 30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3" name="Shape 31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4" name="Shape 32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5" name="Text 33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04/11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34d7c305-2818-4ed3-9c6a-ab3b2535e9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950" b="1" spc="18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6900" dirty="0" spc="-7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sức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029200" cy="4191000"/>
          </a:xfrm>
          <a:prstGeom prst="roundRect">
            <a:avLst>
              <a:gd name="adj" fmla="val 6364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29400" y="2762250"/>
            <a:ext cx="5029200" cy="4191000"/>
          </a:xfrm>
          <a:prstGeom prst="roundRect">
            <a:avLst>
              <a:gd name="adj" fmla="val 6364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0" y="2762250"/>
            <a:ext cx="5029200" cy="4191000"/>
          </a:xfrm>
          <a:prstGeom prst="roundRect">
            <a:avLst>
              <a:gd name="adj" fmla="val 6364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105150"/>
            <a:ext cx="4267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Chữ</a:t>
            </a:r>
            <a:r>
              <a:rPr lang="en-US" sz="39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295400" y="4095750"/>
            <a:ext cx="4267200" cy="2476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 có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7010400" y="3105150"/>
            <a:ext cx="4267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Chuẩn</a:t>
            </a:r>
            <a:r>
              <a:rPr lang="en-US" sz="39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7010400" y="4095750"/>
            <a:ext cx="4267200" cy="2476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 nội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cùng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2725400" y="3105150"/>
            <a:ext cx="4267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Chuỗi băm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2725400" y="4095750"/>
            <a:ext cx="4267200" cy="2476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73342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7620000"/>
            <a:ext cx="15621000" cy="8572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đảm: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85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kết,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8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vẹn,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tự.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Text 24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05/11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eea59363-57a4-4305-85b8-7dac70152ff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19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biên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 nhớ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biên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6900" dirty="0"/>
          </a:p>
        </p:txBody>
      </p:sp>
      <p:sp>
        <p:nvSpPr>
          <p:cNvPr id="4" name="Connector line-1792505267670-208422145"/>
          <p:cNvSpPr/>
          <p:nvPr/>
        </p:nvSpPr>
        <p:spPr>
          <a:xfrm>
            <a:off x="1428750" y="3810000"/>
            <a:ext cx="15430500" cy="0"/>
          </a:xfrm>
          <a:prstGeom prst="line">
            <a:avLst/>
          </a:prstGeom>
          <a:noFill/>
          <a:ln w="76200">
            <a:solidFill>
              <a:srgbClr val="3B4052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190750" y="3143250"/>
            <a:ext cx="1333500" cy="1333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6" name="Shape 4"/>
          <p:cNvSpPr/>
          <p:nvPr/>
        </p:nvSpPr>
        <p:spPr>
          <a:xfrm>
            <a:off x="6381750" y="3143250"/>
            <a:ext cx="1333500" cy="1333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7" name="Shape 5"/>
          <p:cNvSpPr/>
          <p:nvPr/>
        </p:nvSpPr>
        <p:spPr>
          <a:xfrm>
            <a:off x="10572750" y="3143250"/>
            <a:ext cx="1333500" cy="1333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8" name="Shape 6"/>
          <p:cNvSpPr/>
          <p:nvPr/>
        </p:nvSpPr>
        <p:spPr>
          <a:xfrm>
            <a:off x="14763750" y="3143250"/>
            <a:ext cx="1333500" cy="1333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2190750" y="3486150"/>
            <a:ext cx="133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983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4983" dirty="0"/>
          </a:p>
        </p:txBody>
      </p:sp>
      <p:sp>
        <p:nvSpPr>
          <p:cNvPr id="10" name="Text 8"/>
          <p:cNvSpPr/>
          <p:nvPr/>
        </p:nvSpPr>
        <p:spPr>
          <a:xfrm>
            <a:off x="6381750" y="3486150"/>
            <a:ext cx="133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983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983" dirty="0"/>
          </a:p>
        </p:txBody>
      </p:sp>
      <p:sp>
        <p:nvSpPr>
          <p:cNvPr id="11" name="Text 9"/>
          <p:cNvSpPr/>
          <p:nvPr/>
        </p:nvSpPr>
        <p:spPr>
          <a:xfrm>
            <a:off x="10572750" y="3486150"/>
            <a:ext cx="133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983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983" dirty="0"/>
          </a:p>
        </p:txBody>
      </p:sp>
      <p:sp>
        <p:nvSpPr>
          <p:cNvPr id="12" name="Text 10"/>
          <p:cNvSpPr/>
          <p:nvPr/>
        </p:nvSpPr>
        <p:spPr>
          <a:xfrm>
            <a:off x="14763750" y="3486150"/>
            <a:ext cx="133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983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983" dirty="0"/>
          </a:p>
        </p:txBody>
      </p:sp>
      <p:sp>
        <p:nvSpPr>
          <p:cNvPr id="13" name="Text 11"/>
          <p:cNvSpPr/>
          <p:nvPr/>
        </p:nvSpPr>
        <p:spPr>
          <a:xfrm>
            <a:off x="1714500" y="4724400"/>
            <a:ext cx="228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Biên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905500" y="4724400"/>
            <a:ext cx="228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Biên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0096500" y="4724400"/>
            <a:ext cx="228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Biên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4287500" y="4724400"/>
            <a:ext cx="228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Biên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700" dirty="0"/>
          </a:p>
        </p:txBody>
      </p:sp>
      <p:sp>
        <p:nvSpPr>
          <p:cNvPr id="17" name="Connector line-1792505267687-625868898"/>
          <p:cNvSpPr/>
          <p:nvPr/>
        </p:nvSpPr>
        <p:spPr>
          <a:xfrm flipH="1">
            <a:off x="3524250" y="5905500"/>
            <a:ext cx="28575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 w="lg" len="lg"/>
          </a:ln>
        </p:spPr>
      </p:sp>
      <p:sp>
        <p:nvSpPr>
          <p:cNvPr id="18" name="Connector line-1792505267688-73231671"/>
          <p:cNvSpPr/>
          <p:nvPr/>
        </p:nvSpPr>
        <p:spPr>
          <a:xfrm flipH="1">
            <a:off x="7715250" y="5905500"/>
            <a:ext cx="28575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 w="lg" len="lg"/>
          </a:ln>
        </p:spPr>
      </p:sp>
      <p:sp>
        <p:nvSpPr>
          <p:cNvPr id="19" name="Connector line-1792505267688-620361348"/>
          <p:cNvSpPr/>
          <p:nvPr/>
        </p:nvSpPr>
        <p:spPr>
          <a:xfrm flipH="1">
            <a:off x="11906250" y="5905500"/>
            <a:ext cx="28575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 w="lg" len="lg"/>
          </a:ln>
        </p:spPr>
      </p:sp>
      <p:sp>
        <p:nvSpPr>
          <p:cNvPr id="20" name="Text 18"/>
          <p:cNvSpPr/>
          <p:nvPr/>
        </p:nvSpPr>
        <p:spPr>
          <a:xfrm>
            <a:off x="3429000" y="60960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195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nhận</a:t>
            </a:r>
            <a:r>
              <a:rPr lang="en-US" sz="1950" dirty="0" spc="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620000" y="60960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195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nhận</a:t>
            </a:r>
            <a:r>
              <a:rPr lang="en-US" sz="1950" dirty="0" spc="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811000" y="60960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4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1950" dirty="0" spc="1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nhận</a:t>
            </a:r>
            <a:r>
              <a:rPr lang="en-US" sz="1950" dirty="0" spc="3" kern="0">
                <a:solidFill>
                  <a:srgbClr val="E8E0C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14400" y="7048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" y="7372350"/>
            <a:ext cx="15621000" cy="952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</a:t>
            </a:r>
            <a:r>
              <a:rPr lang="en-US" sz="2850" b="1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kẻ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 của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agent.</a:t>
            </a:r>
            <a:endParaRPr lang="en-US" sz="2850" dirty="0"/>
          </a:p>
        </p:txBody>
      </p:sp>
      <p:sp>
        <p:nvSpPr>
          <p:cNvPr id="25" name="Shape 23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7" name="Shape 25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8" name="Shape 26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9" name="Shape 27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0" name="Shape 28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2" name="Shape 30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3" name="Shape 31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4" name="Shape 32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5" name="Shape 33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36" name="Text 34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06/11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d3758f40-007e-4ffd-88d6-b625060c8d5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1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Chứng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minh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286250"/>
          </a:xfrm>
          <a:prstGeom prst="roundRect">
            <a:avLst>
              <a:gd name="adj" fmla="val 6222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067050"/>
            <a:ext cx="7086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Biên</a:t>
            </a:r>
            <a:r>
              <a:rPr lang="en-US" sz="39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3900" dirty="0" spc="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39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minh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371600" y="4019550"/>
            <a:ext cx="7086600" cy="2857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spcAft>
                <a:spcPts val="1050"/>
              </a:spcAft>
              <a:buNone/>
            </a:pP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85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pPr algn="l" indent="0" marL="0">
              <a:lnSpc>
                <a:spcPts val="3848"/>
              </a:lnSpc>
              <a:spcAft>
                <a:spcPts val="1050"/>
              </a:spcAft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850" dirty="0"/>
          </a:p>
          <a:p>
            <a:pPr algn="l" indent="0" marL="0">
              <a:lnSpc>
                <a:spcPts val="3848"/>
              </a:lnSpc>
              <a:spcAft>
                <a:spcPts val="1050"/>
              </a:spcAft>
              <a:buNone/>
            </a:pPr>
            <a:r>
              <a:rPr lang="en-US" sz="2850" b="1" dirty="0" spc="-7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Toàn</a:t>
            </a:r>
            <a:r>
              <a:rPr lang="en-US" sz="28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</a:t>
            </a:r>
            <a:pPr algn="l" indent="0" marL="0">
              <a:lnSpc>
                <a:spcPts val="3848"/>
              </a:lnSpc>
              <a:spcAft>
                <a:spcPts val="1050"/>
              </a:spcAft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 không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 nào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4286250"/>
          </a:xfrm>
          <a:prstGeom prst="roundRect">
            <a:avLst>
              <a:gd name="adj" fmla="val 6222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9829800" y="3067050"/>
            <a:ext cx="7086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minh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829800" y="4019550"/>
            <a:ext cx="7086600" cy="2857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spcAft>
                <a:spcPts val="1050"/>
              </a:spcAft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Hành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2850" dirty="0"/>
          </a:p>
          <a:p>
            <a:pPr algn="l" indent="0" marL="0">
              <a:lnSpc>
                <a:spcPts val="3848"/>
              </a:lnSpc>
              <a:spcAft>
                <a:spcPts val="1050"/>
              </a:spcAft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Chính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850" b="1" dirty="0" spc="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742950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734300"/>
            <a:ext cx="15621000" cy="762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Biên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 móng,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850" b="1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Text 21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07/11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148e5b4d-21ce-4773-ac84-d4a2be354c7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95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băm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6900" dirty="0" spc="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động,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endParaRPr lang="en-US" sz="6900" dirty="0"/>
          </a:p>
        </p:txBody>
      </p:sp>
      <p:sp>
        <p:nvSpPr>
          <p:cNvPr id="4" name="Connector line-1792505296063-819183838"/>
          <p:cNvSpPr/>
          <p:nvPr/>
        </p:nvSpPr>
        <p:spPr>
          <a:xfrm>
            <a:off x="3619500" y="3714750"/>
            <a:ext cx="0" cy="5143500"/>
          </a:xfrm>
          <a:prstGeom prst="line">
            <a:avLst/>
          </a:prstGeom>
          <a:noFill/>
          <a:ln w="38100">
            <a:solidFill>
              <a:srgbClr val="3B4052"/>
            </a:solidFill>
            <a:prstDash val="solid"/>
            <a:headEnd type="none"/>
            <a:tailEnd type="none"/>
          </a:ln>
        </p:spPr>
      </p:sp>
      <p:sp>
        <p:nvSpPr>
          <p:cNvPr id="5" name="Connector line-1792505296064-7220380"/>
          <p:cNvSpPr/>
          <p:nvPr/>
        </p:nvSpPr>
        <p:spPr>
          <a:xfrm>
            <a:off x="9144000" y="3714750"/>
            <a:ext cx="0" cy="5143500"/>
          </a:xfrm>
          <a:prstGeom prst="line">
            <a:avLst/>
          </a:prstGeom>
          <a:noFill/>
          <a:ln w="38100">
            <a:solidFill>
              <a:srgbClr val="3B4052"/>
            </a:solidFill>
            <a:prstDash val="solid"/>
            <a:headEnd type="none"/>
            <a:tailEnd type="none"/>
          </a:ln>
        </p:spPr>
      </p:sp>
      <p:sp>
        <p:nvSpPr>
          <p:cNvPr id="6" name="Connector line-1792505296064-861802226"/>
          <p:cNvSpPr/>
          <p:nvPr/>
        </p:nvSpPr>
        <p:spPr>
          <a:xfrm>
            <a:off x="14668500" y="3714750"/>
            <a:ext cx="0" cy="5143500"/>
          </a:xfrm>
          <a:prstGeom prst="line">
            <a:avLst/>
          </a:prstGeom>
          <a:noFill/>
          <a:ln w="38100">
            <a:solidFill>
              <a:srgbClr val="3B4052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524000" y="2762250"/>
            <a:ext cx="4191000" cy="952500"/>
          </a:xfrm>
          <a:prstGeom prst="roundRect">
            <a:avLst>
              <a:gd name="adj" fmla="val 2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8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7048500" y="2762250"/>
            <a:ext cx="4191000" cy="952500"/>
          </a:xfrm>
          <a:prstGeom prst="roundRect">
            <a:avLst>
              <a:gd name="adj" fmla="val 2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2573000" y="2762250"/>
            <a:ext cx="4191000" cy="952500"/>
          </a:xfrm>
          <a:prstGeom prst="roundRect">
            <a:avLst>
              <a:gd name="adj" fmla="val 2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3810000" y="4381500"/>
            <a:ext cx="5143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7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2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endParaRPr lang="en-US" sz="2250" dirty="0"/>
          </a:p>
        </p:txBody>
      </p:sp>
      <p:sp>
        <p:nvSpPr>
          <p:cNvPr id="11" name="Connector line-1792505296075-818226396"/>
          <p:cNvSpPr/>
          <p:nvPr/>
        </p:nvSpPr>
        <p:spPr>
          <a:xfrm>
            <a:off x="3619500" y="5429250"/>
            <a:ext cx="546735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 w="lg" len="lg"/>
          </a:ln>
        </p:spPr>
      </p:sp>
      <p:sp>
        <p:nvSpPr>
          <p:cNvPr id="12" name="Text 10"/>
          <p:cNvSpPr/>
          <p:nvPr/>
        </p:nvSpPr>
        <p:spPr>
          <a:xfrm>
            <a:off x="9334500" y="5905500"/>
            <a:ext cx="5143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Biên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2250" dirty="0"/>
          </a:p>
        </p:txBody>
      </p:sp>
      <p:sp>
        <p:nvSpPr>
          <p:cNvPr id="13" name="Connector line-1792505296078-531625363"/>
          <p:cNvSpPr/>
          <p:nvPr/>
        </p:nvSpPr>
        <p:spPr>
          <a:xfrm>
            <a:off x="9144000" y="6953250"/>
            <a:ext cx="546735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 w="lg" len="lg"/>
          </a:ln>
        </p:spPr>
      </p:sp>
      <p:sp>
        <p:nvSpPr>
          <p:cNvPr id="14" name="Shape 12"/>
          <p:cNvSpPr/>
          <p:nvPr/>
        </p:nvSpPr>
        <p:spPr>
          <a:xfrm>
            <a:off x="9525000" y="7429500"/>
            <a:ext cx="7239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10750" y="7620000"/>
            <a:ext cx="6667500" cy="857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verify_chain,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8" name="Shape 16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9" name="Shape 17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0" name="Shape 18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1" name="Shape 19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2" name="Shape 20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3" name="Shape 21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5" name="Shape 23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6" name="Shape 24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27" name="Text 25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4434d5f1-c463-487f-9d1e-18ced133d14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950" b="1" spc="18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Xác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minh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biên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1435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8194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2286000" y="323850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419600"/>
            <a:ext cx="51435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4767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2286000" y="489585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JCS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6076950"/>
            <a:ext cx="51435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61341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2286000" y="6553200"/>
            <a:ext cx="361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6477000" y="2762250"/>
            <a:ext cx="10896600" cy="4743450"/>
          </a:xfrm>
          <a:prstGeom prst="roundRect">
            <a:avLst>
              <a:gd name="adj" fmla="val 4819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6724650" y="3105150"/>
            <a:ext cx="10477500" cy="4191000"/>
          </a:xfrm>
          <a:prstGeom prst="rect">
            <a:avLst/>
          </a:prstGeom>
          <a:noFill/>
          <a:ln/>
        </p:spPr>
        <p:txBody>
          <a:bodyPr wrap="square" lIns="0" tIns="-18447" rIns="0" bIns="18447" rtlCol="0" anchor="t"/>
          <a:lstStyle/>
          <a:p>
            <a:pPr algn="l" indent="0" marL="0">
              <a:lnSpc>
                <a:spcPts val="3281"/>
              </a:lnSpc>
              <a:buNone/>
            </a:pPr>
            <a:r>
              <a:rPr lang="en-US" sz="1875" dirty="0" kern="0">
                <a:solidFill>
                  <a:srgbClr val="3D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payload = {k: v for k, v in receipt.items() if k != "signature"}</a:t>
            </a:r>
            <a:endParaRPr lang="en-US" sz="1875" dirty="0"/>
          </a:p>
          <a:p>
            <a:pPr algn="l" indent="0" marL="0">
              <a:lnSpc>
                <a:spcPts val="3281"/>
              </a:lnSpc>
              <a:buNone/>
            </a:pPr>
            <a:r>
              <a:rPr lang="en-US" sz="1875" dirty="0" kern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canonical_bytes = canonicalize(payload)</a:t>
            </a:r>
            <a:endParaRPr lang="en-US" sz="1875" dirty="0"/>
          </a:p>
          <a:p>
            <a:pPr algn="l" indent="0" marL="0">
              <a:lnSpc>
                <a:spcPts val="3281"/>
              </a:lnSpc>
              <a:buNone/>
            </a:pPr>
            <a:r>
              <a:rPr lang="en-US" sz="1875" dirty="0" kern="0">
                <a:solidFill>
                  <a:srgbClr val="7C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verify_key = signing.VerifyKey(b64url_decode(sig_obj["public_key"]))</a:t>
            </a:r>
            <a:endParaRPr lang="en-US" sz="1875" dirty="0"/>
          </a:p>
          <a:p>
            <a:pPr algn="l" indent="0" marL="0">
              <a:lnSpc>
                <a:spcPts val="3281"/>
              </a:lnSpc>
              <a:buNone/>
            </a:pPr>
            <a:r>
              <a:rPr lang="en-US" sz="1875" dirty="0" kern="0">
                <a:solidFill>
                  <a:srgbClr val="7C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verify_key.verify(canonical_bytes, b64url_decode(sig_obj["sig"]))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Text 24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09/11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db2c4f5c-fc95-4352-9ede-0fe32aa79c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57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</a:t>
            </a:r>
            <a:r>
              <a:rPr lang="en-US" sz="6857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 kiểm</a:t>
            </a:r>
            <a:r>
              <a:rPr lang="en-US" sz="6857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6857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895600"/>
            <a:ext cx="1562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2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33500" y="3429000"/>
            <a:ext cx="15621000" cy="12382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0,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</a:t>
            </a:r>
            <a:r>
              <a:rPr lang="en-US" sz="2850" b="1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Kẻ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lặng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lẽ</a:t>
            </a:r>
            <a:r>
              <a:rPr lang="en-US" sz="28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lệ,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giấu?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5238750"/>
            <a:ext cx="16459200" cy="3524250"/>
          </a:xfrm>
          <a:prstGeom prst="roundRect">
            <a:avLst>
              <a:gd name="adj" fmla="val 7568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5524500"/>
            <a:ext cx="1562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2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33500" y="6191250"/>
            <a:ext cx="15621000" cy="228600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</a:t>
            </a:r>
            <a:r>
              <a:rPr lang="en-US" sz="4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biên</a:t>
            </a:r>
            <a:r>
              <a:rPr lang="en-US" sz="4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 phía</a:t>
            </a:r>
            <a:r>
              <a:rPr lang="en-US" sz="4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5175"/>
              </a:lnSpc>
              <a:buNone/>
            </a:pPr>
            <a:r>
              <a:rPr lang="en-US" sz="45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45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45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khớp</a:t>
            </a:r>
            <a:pPr algn="l" indent="0" marL="0">
              <a:lnSpc>
                <a:spcPts val="5175"/>
              </a:lnSpc>
              <a:buNone/>
            </a:pPr>
            <a:r>
              <a:rPr lang="en-US" sz="45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.</a:t>
            </a:r>
            <a:endParaRPr lang="en-US" sz="4500" dirty="0"/>
          </a:p>
          <a:p>
            <a:pPr algn="l" indent="0" marL="0">
              <a:lnSpc>
                <a:spcPts val="5175"/>
              </a:lnSpc>
              <a:buNone/>
            </a:pPr>
            <a:r>
              <a:rPr lang="en-US" sz="4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Che</a:t>
            </a:r>
            <a:r>
              <a:rPr lang="en-US" sz="4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giấu</a:t>
            </a:r>
            <a:r>
              <a:rPr lang="en-US" sz="4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5175"/>
              </a:lnSpc>
              <a:buNone/>
            </a:pPr>
            <a:r>
              <a:rPr lang="en-US" sz="45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ký</a:t>
            </a:r>
            <a:r>
              <a:rPr lang="en-US" sz="45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45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45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45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pPr algn="l" indent="0" marL="0">
              <a:lnSpc>
                <a:spcPts val="5175"/>
              </a:lnSpc>
              <a:buNone/>
            </a:pPr>
            <a:r>
              <a:rPr lang="en-US" sz="45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.</a:t>
            </a:r>
            <a:endParaRPr lang="en-US" sz="4500" dirty="0"/>
          </a:p>
        </p:txBody>
      </p:sp>
      <p:sp>
        <p:nvSpPr>
          <p:cNvPr id="10" name="Shape 8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1" name="Shape 9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Text 19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10/11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5726f60-2a31-43b9-aa15-21dbf6a19ef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001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1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17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667000"/>
          <a:ext cx="13716000" cy="914400"/>
        </p:xfrm>
        <a:graphic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857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JSON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JavaScript</a:t>
                      </a:r>
                      <a:r>
                        <a:rPr lang="en-US" sz="225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Object Notation:</a:t>
                      </a:r>
                      <a:r>
                        <a:rPr lang="en-US" sz="2250" dirty="0" spc="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dạng</a:t>
                      </a:r>
                      <a:r>
                        <a:rPr lang="en-US" sz="225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25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cấu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trúc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JCS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JSON</a:t>
                      </a:r>
                      <a:r>
                        <a:rPr lang="en-US" sz="225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Canonicalization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Scheme:</a:t>
                      </a: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dạng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chuẩn duy</a:t>
                      </a:r>
                      <a:r>
                        <a:rPr lang="en-US" sz="225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nhất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Ed25519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Thuật</a:t>
                      </a: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toán</a:t>
                      </a:r>
                      <a:r>
                        <a:rPr lang="en-US" sz="225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chữ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ký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số: khóa</a:t>
                      </a:r>
                      <a:r>
                        <a:rPr lang="en-US" sz="22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riêng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ký,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khóa</a:t>
                      </a: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công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khai kiểm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SHA-256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Hàm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băm: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dấu</a:t>
                      </a: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vân</a:t>
                      </a:r>
                      <a:r>
                        <a:rPr lang="en-US" sz="2250" dirty="0" spc="-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tay</a:t>
                      </a:r>
                      <a:r>
                        <a:rPr lang="en-US" sz="22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250" dirty="0" spc="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độ</a:t>
                      </a: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dài</a:t>
                      </a:r>
                      <a:r>
                        <a:rPr lang="en-US" sz="225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cố</a:t>
                      </a:r>
                      <a:r>
                        <a:rPr lang="en-US" sz="2250" dirty="0" spc="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RFC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Request</a:t>
                      </a:r>
                      <a:r>
                        <a:rPr lang="en-US" sz="225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for</a:t>
                      </a:r>
                      <a:r>
                        <a:rPr lang="en-US" sz="225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Comments:</a:t>
                      </a:r>
                      <a:r>
                        <a:rPr lang="en-US" sz="22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văn</a:t>
                      </a:r>
                      <a:r>
                        <a:rPr lang="en-US" sz="22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tiêu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chuẩn</a:t>
                      </a: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2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Internet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B4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524750"/>
            <a:ext cx="16459200" cy="66675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9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1950" dirty="0" spc="-15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3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-1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 của</a:t>
            </a:r>
            <a:r>
              <a:rPr lang="en-US" sz="1950" dirty="0" spc="-9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microsoft/ai-agents-for-beginners</a:t>
            </a:r>
            <a:r>
              <a:rPr lang="en-US" sz="1950" dirty="0" spc="3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(MIT</a:t>
            </a:r>
            <a:r>
              <a:rPr lang="en-US" sz="1950" dirty="0" spc="0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License, ©</a:t>
            </a:r>
            <a:r>
              <a:rPr lang="en-US" sz="1950" dirty="0" spc="-9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1950" dirty="0" spc="-8" kern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Corporation).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8477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7" name="Shape 4"/>
          <p:cNvSpPr/>
          <p:nvPr/>
        </p:nvSpPr>
        <p:spPr>
          <a:xfrm>
            <a:off x="11144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8" name="Shape 5"/>
          <p:cNvSpPr/>
          <p:nvPr/>
        </p:nvSpPr>
        <p:spPr>
          <a:xfrm>
            <a:off x="13811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9" name="Shape 6"/>
          <p:cNvSpPr/>
          <p:nvPr/>
        </p:nvSpPr>
        <p:spPr>
          <a:xfrm>
            <a:off x="16478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0" name="Shape 7"/>
          <p:cNvSpPr/>
          <p:nvPr/>
        </p:nvSpPr>
        <p:spPr>
          <a:xfrm>
            <a:off x="19145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1" name="Shape 8"/>
          <p:cNvSpPr/>
          <p:nvPr/>
        </p:nvSpPr>
        <p:spPr>
          <a:xfrm>
            <a:off x="21812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2" name="Shape 9"/>
          <p:cNvSpPr/>
          <p:nvPr/>
        </p:nvSpPr>
        <p:spPr>
          <a:xfrm>
            <a:off x="24479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3" name="Shape 10"/>
          <p:cNvSpPr/>
          <p:nvPr/>
        </p:nvSpPr>
        <p:spPr>
          <a:xfrm>
            <a:off x="27146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4" name="Shape 11"/>
          <p:cNvSpPr/>
          <p:nvPr/>
        </p:nvSpPr>
        <p:spPr>
          <a:xfrm>
            <a:off x="29813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5" name="Shape 12"/>
          <p:cNvSpPr/>
          <p:nvPr/>
        </p:nvSpPr>
        <p:spPr>
          <a:xfrm>
            <a:off x="3248025" y="9667875"/>
            <a:ext cx="133350" cy="133350"/>
          </a:xfrm>
          <a:prstGeom prst="ellipse">
            <a:avLst/>
          </a:prstGeom>
          <a:solidFill>
            <a:srgbClr val="3B4052"/>
          </a:solidFill>
          <a:ln/>
        </p:spPr>
      </p:sp>
      <p:sp>
        <p:nvSpPr>
          <p:cNvPr id="16" name="Shape 13"/>
          <p:cNvSpPr/>
          <p:nvPr/>
        </p:nvSpPr>
        <p:spPr>
          <a:xfrm>
            <a:off x="3514725" y="966787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Text 14"/>
          <p:cNvSpPr/>
          <p:nvPr/>
        </p:nvSpPr>
        <p:spPr>
          <a:xfrm>
            <a:off x="4191000" y="95821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-15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1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78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11/11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8af75ee5-b6ea-4301-92f4-5f366321d5a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2026-10-20T14:10:51Z</dcterms:created>
  <dcterms:modified xsi:type="dcterms:W3CDTF">2026-10-20T14:10:51Z</dcterms:modified>
</cp:coreProperties>
</file>