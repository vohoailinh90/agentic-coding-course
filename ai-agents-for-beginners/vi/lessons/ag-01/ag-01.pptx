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embeddedFontLst>
    <p:embeddedFont>
      <p:font typeface="Be Vietnam Pro"/>
      <p:regular r:id="rId22"/>
      <p:bold r:id="rId18"/>
    </p:embeddedFont>
    <p:embeddedFont>
      <p:font typeface="Bricolage Grotesque ExtraBold"/>
      <p:regular r:id="rId19"/>
    </p:embeddedFont>
    <p:embeddedFont>
      <p:font typeface="Be Vietnam Pro Medium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133350" cy="1333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7429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809750"/>
            <a:ext cx="165735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81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6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Làm</a:t>
            </a:r>
            <a:r>
              <a:rPr lang="en-US" sz="3300" dirty="0" spc="-8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sao</a:t>
            </a:r>
            <a:r>
              <a:rPr lang="en-US" sz="3300" dirty="0" spc="13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3300" dirty="0" spc="-5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3300" dirty="0" spc="1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3300" dirty="0" spc="-13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ngôn</a:t>
            </a:r>
            <a:r>
              <a:rPr lang="en-US" sz="3300" dirty="0" spc="-1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ngữ</a:t>
            </a:r>
            <a:r>
              <a:rPr lang="en-US" sz="3300" dirty="0" spc="-3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3300" dirty="0" spc="1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3300" dirty="0" spc="-4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3300" dirty="0" spc="-2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</a:t>
            </a:r>
            <a:r>
              <a:rPr lang="en-US" sz="3300" dirty="0" spc="-4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còn</a:t>
            </a:r>
            <a:r>
              <a:rPr lang="en-US" sz="3300" dirty="0" spc="1" kern="0">
                <a:solidFill>
                  <a:srgbClr val="FFB454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làm?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36195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4762500" y="5905500"/>
            <a:ext cx="36195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610600" y="5905500"/>
            <a:ext cx="36195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458700" y="5905500"/>
            <a:ext cx="41910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14400" y="94297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9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Dựa</a:t>
            </a:r>
            <a:r>
              <a:rPr lang="en-US" sz="1800" dirty="0" spc="-1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1800" dirty="0" spc="-1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microsoft/ai-agents-for-beginners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(MIT)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2" name="Moda image moda-export-watermark-fabe8127-8b5b-40d5-8e0b-4c96604aaa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2762250"/>
            <a:ext cx="15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750" dirty="0"/>
          </a:p>
        </p:txBody>
      </p:sp>
      <p:sp>
        <p:nvSpPr>
          <p:cNvPr id="5" name="Text 3"/>
          <p:cNvSpPr/>
          <p:nvPr/>
        </p:nvSpPr>
        <p:spPr>
          <a:xfrm>
            <a:off x="3143250" y="2762250"/>
            <a:ext cx="13716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31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953000"/>
            <a:ext cx="15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750" dirty="0"/>
          </a:p>
        </p:txBody>
      </p:sp>
      <p:sp>
        <p:nvSpPr>
          <p:cNvPr id="8" name="Text 6"/>
          <p:cNvSpPr/>
          <p:nvPr/>
        </p:nvSpPr>
        <p:spPr>
          <a:xfrm>
            <a:off x="3143250" y="4953000"/>
            <a:ext cx="13716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nào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agent,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7143750"/>
            <a:ext cx="15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750" dirty="0"/>
          </a:p>
        </p:txBody>
      </p:sp>
      <p:sp>
        <p:nvSpPr>
          <p:cNvPr id="11" name="Text 9"/>
          <p:cNvSpPr/>
          <p:nvPr/>
        </p:nvSpPr>
        <p:spPr>
          <a:xfrm>
            <a:off x="3143250" y="7143750"/>
            <a:ext cx="13716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Phác thảo</a:t>
            </a:r>
            <a:r>
              <a:rPr lang="en-US" sz="31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239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90625" y="9363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73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5" name="Shape 13"/>
          <p:cNvSpPr/>
          <p:nvPr/>
        </p:nvSpPr>
        <p:spPr>
          <a:xfrm>
            <a:off x="17240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907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574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8" name="Shape 16"/>
          <p:cNvSpPr/>
          <p:nvPr/>
        </p:nvSpPr>
        <p:spPr>
          <a:xfrm>
            <a:off x="25241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19" name="Shape 17"/>
          <p:cNvSpPr/>
          <p:nvPr/>
        </p:nvSpPr>
        <p:spPr>
          <a:xfrm>
            <a:off x="27908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0" name="Shape 18"/>
          <p:cNvSpPr/>
          <p:nvPr/>
        </p:nvSpPr>
        <p:spPr>
          <a:xfrm>
            <a:off x="30575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242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2" name="Shape 20"/>
          <p:cNvSpPr/>
          <p:nvPr/>
        </p:nvSpPr>
        <p:spPr>
          <a:xfrm>
            <a:off x="35909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02/11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d8f9e6f-500f-46c7-82f1-8ee736ef78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LLM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500" dirty="0"/>
          </a:p>
        </p:txBody>
      </p:sp>
      <p:sp>
        <p:nvSpPr>
          <p:cNvPr id="3" name="Text 1"/>
          <p:cNvSpPr/>
          <p:nvPr/>
        </p:nvSpPr>
        <p:spPr>
          <a:xfrm>
            <a:off x="914400" y="20478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LLM</a:t>
            </a:r>
            <a:r>
              <a:rPr lang="en-US" sz="2700" dirty="0" spc="1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700" dirty="0" spc="-18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trao</a:t>
            </a:r>
            <a:r>
              <a:rPr lang="en-US" sz="27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700" dirty="0" spc="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700" dirty="0" spc="-2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700" dirty="0" spc="1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tri</a:t>
            </a:r>
            <a:r>
              <a:rPr lang="en-US" sz="2700" dirty="0" spc="9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700" dirty="0" spc="1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2700" dirty="0" spc="-1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700" dirty="0" spc="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7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lên</a:t>
            </a:r>
            <a:r>
              <a:rPr lang="en-US" sz="2700" dirty="0" spc="-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thế</a:t>
            </a:r>
            <a:r>
              <a:rPr lang="en-US" sz="27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giới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429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810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33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104900" y="4667250"/>
            <a:ext cx="304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nơi</a:t>
            </a:r>
            <a:r>
              <a:rPr lang="en-US" sz="2250" dirty="0" spc="-1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225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250" dirty="0" spc="-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việc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5257800" y="3429000"/>
            <a:ext cx="3429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8300" y="3810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448300" y="4667250"/>
            <a:ext cx="304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đọc</a:t>
            </a:r>
            <a:r>
              <a:rPr lang="en-US" sz="22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trạng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thái hiện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01200" y="3429000"/>
            <a:ext cx="34290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791700" y="3810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LLM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91700" y="4667250"/>
            <a:ext cx="304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FBF8F2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hiểu, suy luận,</a:t>
            </a:r>
            <a:r>
              <a:rPr lang="en-US" sz="2250" dirty="0" spc="-2" kern="0">
                <a:solidFill>
                  <a:srgbClr val="FBF8F2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lên</a:t>
            </a:r>
            <a:r>
              <a:rPr lang="en-US" sz="2250" dirty="0" spc="-32" kern="0">
                <a:solidFill>
                  <a:srgbClr val="FBF8F2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kế</a:t>
            </a:r>
            <a:r>
              <a:rPr lang="en-US" sz="2250" dirty="0" spc="2" kern="0">
                <a:solidFill>
                  <a:srgbClr val="FBF8F2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hoạch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3944600" y="3429000"/>
            <a:ext cx="3429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35100" y="3810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4135100" y="4667250"/>
            <a:ext cx="304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ra</a:t>
            </a:r>
            <a:r>
              <a:rPr lang="en-US" sz="22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tay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6" name="Connector line-1792491920555-464754974"/>
          <p:cNvSpPr/>
          <p:nvPr/>
        </p:nvSpPr>
        <p:spPr>
          <a:xfrm>
            <a:off x="4400550" y="4857750"/>
            <a:ext cx="8001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491920556-106536998"/>
          <p:cNvSpPr/>
          <p:nvPr/>
        </p:nvSpPr>
        <p:spPr>
          <a:xfrm>
            <a:off x="8743950" y="4857750"/>
            <a:ext cx="8001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491920556-310952202"/>
          <p:cNvSpPr/>
          <p:nvPr/>
        </p:nvSpPr>
        <p:spPr>
          <a:xfrm>
            <a:off x="13087350" y="4857750"/>
            <a:ext cx="8001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7239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239000"/>
            <a:ext cx="15716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dụ: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r>
              <a:rPr lang="en-US" sz="28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 rồi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endParaRPr lang="en-US" sz="2850" dirty="0"/>
          </a:p>
        </p:txBody>
      </p:sp>
      <p:sp>
        <p:nvSpPr>
          <p:cNvPr id="21" name="Shape 19"/>
          <p:cNvSpPr/>
          <p:nvPr/>
        </p:nvSpPr>
        <p:spPr>
          <a:xfrm>
            <a:off x="9239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906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3" name="Shape 21"/>
          <p:cNvSpPr/>
          <p:nvPr/>
        </p:nvSpPr>
        <p:spPr>
          <a:xfrm>
            <a:off x="1457325" y="9363075"/>
            <a:ext cx="133350" cy="1333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40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5" name="Shape 23"/>
          <p:cNvSpPr/>
          <p:nvPr/>
        </p:nvSpPr>
        <p:spPr>
          <a:xfrm>
            <a:off x="19907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74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7" name="Shape 25"/>
          <p:cNvSpPr/>
          <p:nvPr/>
        </p:nvSpPr>
        <p:spPr>
          <a:xfrm>
            <a:off x="25241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8" name="Shape 26"/>
          <p:cNvSpPr/>
          <p:nvPr/>
        </p:nvSpPr>
        <p:spPr>
          <a:xfrm>
            <a:off x="27908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75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30" name="Shape 28"/>
          <p:cNvSpPr/>
          <p:nvPr/>
        </p:nvSpPr>
        <p:spPr>
          <a:xfrm>
            <a:off x="33242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5" y="9363075"/>
            <a:ext cx="133350" cy="133350"/>
          </a:xfrm>
          <a:prstGeom prst="ellipse">
            <a:avLst/>
          </a:prstGeom>
          <a:solidFill>
            <a:srgbClr val="C9C1AE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03/11</a:t>
            </a:r>
            <a:endParaRPr lang="en-US" sz="1800" dirty="0"/>
          </a:p>
        </p:txBody>
      </p:sp>
      <p:sp>
        <p:nvSpPr>
          <p:cNvPr id="33" name="Connector line-1792492160473-35205234"/>
          <p:cNvSpPr/>
          <p:nvPr/>
        </p:nvSpPr>
        <p:spPr>
          <a:xfrm>
            <a:off x="15659100" y="6324600"/>
            <a:ext cx="0" cy="457200"/>
          </a:xfrm>
          <a:prstGeom prst="line">
            <a:avLst/>
          </a:prstGeom>
          <a:noFill/>
          <a:ln w="57150">
            <a:solidFill>
              <a:srgbClr val="14161C"/>
            </a:solidFill>
            <a:prstDash val="lgDash"/>
            <a:headEnd type="none"/>
            <a:tailEnd type="none"/>
          </a:ln>
        </p:spPr>
      </p:sp>
      <p:sp>
        <p:nvSpPr>
          <p:cNvPr id="34" name="Connector line-1792492170217-947820016"/>
          <p:cNvSpPr/>
          <p:nvPr/>
        </p:nvSpPr>
        <p:spPr>
          <a:xfrm flipH="1">
            <a:off x="2628900" y="6781800"/>
            <a:ext cx="13030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5" name="Connector line-1792492170217-264210190"/>
          <p:cNvSpPr/>
          <p:nvPr/>
        </p:nvSpPr>
        <p:spPr>
          <a:xfrm flipV="1">
            <a:off x="2628900" y="6343650"/>
            <a:ext cx="0" cy="4381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d14bd3f-0da2-43ab-803c-02b03e846a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7500" dirty="0"/>
          </a:p>
        </p:txBody>
      </p:sp>
      <p:sp>
        <p:nvSpPr>
          <p:cNvPr id="3" name="Connector line-1792491939620-396293009"/>
          <p:cNvSpPr/>
          <p:nvPr/>
        </p:nvSpPr>
        <p:spPr>
          <a:xfrm>
            <a:off x="5867400" y="4000500"/>
            <a:ext cx="2228850" cy="14287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4" name="Connector line-1792491939621-395976155"/>
          <p:cNvSpPr/>
          <p:nvPr/>
        </p:nvSpPr>
        <p:spPr>
          <a:xfrm flipV="1">
            <a:off x="5867400" y="6191250"/>
            <a:ext cx="2228850" cy="12382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Connector line-1792491939621-412396003"/>
          <p:cNvSpPr/>
          <p:nvPr/>
        </p:nvSpPr>
        <p:spPr>
          <a:xfrm flipH="1">
            <a:off x="10191750" y="4000500"/>
            <a:ext cx="2228850" cy="14287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6" name="Connector line-1792491939621-914568770"/>
          <p:cNvSpPr/>
          <p:nvPr/>
        </p:nvSpPr>
        <p:spPr>
          <a:xfrm flipH="1" flipV="1">
            <a:off x="10191750" y="6191250"/>
            <a:ext cx="2228850" cy="12382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15250" y="4381500"/>
            <a:ext cx="2857500" cy="2857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7715250" y="5334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914400" y="3143250"/>
            <a:ext cx="49530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0150" y="333375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LLM</a:t>
            </a:r>
            <a:endParaRPr lang="en-US" sz="3150" dirty="0"/>
          </a:p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hiểu</a:t>
            </a:r>
            <a:r>
              <a:rPr lang="en-US" sz="22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lập</a:t>
            </a:r>
            <a:r>
              <a:rPr lang="en-US" sz="2250" dirty="0" spc="-3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kế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hoạch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6572250"/>
            <a:ext cx="49530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0150" y="676275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31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3150" dirty="0"/>
          </a:p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tìm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chuyến</a:t>
            </a:r>
            <a:r>
              <a:rPr lang="en-US" sz="22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bay,</a:t>
            </a:r>
            <a:r>
              <a:rPr lang="en-US" sz="22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gọi</a:t>
            </a:r>
            <a:r>
              <a:rPr lang="en-US" sz="22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12420600" y="3143250"/>
            <a:ext cx="49530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706350" y="333375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1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31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3150" dirty="0"/>
          </a:p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cuộc</a:t>
            </a:r>
            <a:r>
              <a:rPr lang="en-US" sz="2250" dirty="0" spc="-2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trò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chuyện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hiện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tại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12420600" y="6572250"/>
            <a:ext cx="49530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706350" y="676275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1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31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3150" dirty="0"/>
          </a:p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dữ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khách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 ● ● ● ● 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04/11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07186e4e-c57c-451b-95c8-df83bad657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endParaRPr lang="en-US" sz="7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05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Loại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D6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2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D6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 dụ</a:t>
                      </a:r>
                      <a:r>
                        <a:rPr lang="en-US" sz="22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</a:t>
                      </a:r>
                      <a:r>
                        <a:rPr lang="en-US" sz="225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lịch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D6A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Phản</a:t>
                      </a:r>
                      <a:r>
                        <a:rPr lang="en-US" sz="225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xạ</a:t>
                      </a:r>
                      <a:r>
                        <a:rPr lang="en-US" sz="22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đơn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giản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r>
                        <a:rPr lang="en-US" sz="225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cứng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email khiếu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nại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Phản</a:t>
                      </a:r>
                      <a:r>
                        <a:rPr lang="en-US" sz="225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xạ</a:t>
                      </a:r>
                      <a:r>
                        <a:rPr lang="en-US" sz="225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Giữ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giới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Báo</a:t>
                      </a:r>
                      <a:r>
                        <a:rPr lang="en-US" sz="225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vé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bỗng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đắt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Hướng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Tự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đạt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Đặt trọn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chuyến</a:t>
                      </a:r>
                      <a:r>
                        <a:rPr lang="en-US" sz="2250" dirty="0" spc="3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Hướng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lợi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ích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tốt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Cân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phí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tiện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lợi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Tốt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dần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nhờ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phản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hồi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Chỉnh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gợi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ý</a:t>
                      </a: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khảo</a:t>
                      </a:r>
                      <a:r>
                        <a:rPr lang="en-US" sz="22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sát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Phân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Agent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cao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 việc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Hủy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chuyến</a:t>
                      </a: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tách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ba việc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(MAS)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cạnh</a:t>
                      </a:r>
                      <a:r>
                        <a:rPr lang="en-US" sz="22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tranh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Mỗi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mảng</a:t>
                      </a:r>
                      <a:endParaRPr lang="en-US" sz="1200" dirty="0"/>
                    </a:p>
                  </a:txBody>
                  <a:tcPr marL="171450" marR="171450" marT="171450" marB="17145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 ● ● ● ●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05/11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" name="Moda image moda-export-watermark-db076bde-3b3e-4d2a-a99e-9c9798e712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r>
              <a:rPr lang="en-US" sz="75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7500" dirty="0"/>
          </a:p>
        </p:txBody>
      </p:sp>
      <p:sp>
        <p:nvSpPr>
          <p:cNvPr id="3" name="Text 1"/>
          <p:cNvSpPr/>
          <p:nvPr/>
        </p:nvSpPr>
        <p:spPr>
          <a:xfrm>
            <a:off x="914400" y="20478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Một</a:t>
            </a:r>
            <a:r>
              <a:rPr lang="en-US" sz="2700" dirty="0" spc="-17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700" dirty="0" spc="-1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bảy</a:t>
            </a:r>
            <a:r>
              <a:rPr lang="en-US" sz="2700" dirty="0" spc="-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loại:</a:t>
            </a:r>
            <a:r>
              <a:rPr lang="en-US" sz="27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đặt</a:t>
            </a:r>
            <a:r>
              <a:rPr lang="en-US" sz="2700" dirty="0" spc="-17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trọn</a:t>
            </a:r>
            <a:r>
              <a:rPr lang="en-US" sz="2700" dirty="0" spc="-1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chuyến</a:t>
            </a:r>
            <a:r>
              <a:rPr lang="en-US" sz="2700" dirty="0" spc="3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</a:t>
            </a:r>
            <a:r>
              <a:rPr lang="en-US" sz="2700" dirty="0" spc="2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từng</a:t>
            </a:r>
            <a:r>
              <a:rPr lang="en-US" sz="2700" dirty="0" spc="1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bước</a:t>
            </a:r>
            <a:endParaRPr lang="en-US" sz="2700" dirty="0"/>
          </a:p>
        </p:txBody>
      </p:sp>
      <p:sp>
        <p:nvSpPr>
          <p:cNvPr id="4" name="Connector line-1792491975390-85094317"/>
          <p:cNvSpPr/>
          <p:nvPr/>
        </p:nvSpPr>
        <p:spPr>
          <a:xfrm>
            <a:off x="1905000" y="4476750"/>
            <a:ext cx="1447800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466850" y="4038600"/>
            <a:ext cx="876300" cy="876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Shape 4"/>
          <p:cNvSpPr/>
          <p:nvPr/>
        </p:nvSpPr>
        <p:spPr>
          <a:xfrm>
            <a:off x="5086350" y="4038600"/>
            <a:ext cx="876300" cy="876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Shape 5"/>
          <p:cNvSpPr/>
          <p:nvPr/>
        </p:nvSpPr>
        <p:spPr>
          <a:xfrm>
            <a:off x="8705850" y="4038600"/>
            <a:ext cx="876300" cy="876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2325350" y="4038600"/>
            <a:ext cx="876300" cy="876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15944850" y="4038600"/>
            <a:ext cx="876300" cy="876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466850" y="4191000"/>
            <a:ext cx="876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086350" y="4191000"/>
            <a:ext cx="876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705850" y="4191000"/>
            <a:ext cx="876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2325350" y="4191000"/>
            <a:ext cx="876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5944850" y="4191000"/>
            <a:ext cx="876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90500" y="523875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tại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3810000" y="523875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7429500" y="523875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Thuê</a:t>
            </a: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1049000" y="523875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sạn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4668500" y="523875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239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tiêu,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 tìm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 ● ● ●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06/11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79f93e8-f1bf-4d8a-8a07-d19cab6d64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 nào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7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endParaRPr lang="en-US" sz="75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5143500" cy="4953000"/>
          </a:xfrm>
          <a:prstGeom prst="roundRect">
            <a:avLst>
              <a:gd name="adj" fmla="val 5385"/>
            </a:avLst>
          </a:prstGeom>
          <a:solidFill>
            <a:srgbClr val="F8D9D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571750"/>
            <a:ext cx="5143500" cy="19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7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107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438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4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4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619750"/>
            <a:ext cx="4381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lập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5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sẵn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bước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72250" y="2571750"/>
            <a:ext cx="5143500" cy="4953000"/>
          </a:xfrm>
          <a:prstGeom prst="roundRect">
            <a:avLst>
              <a:gd name="adj" fmla="val 5385"/>
            </a:avLst>
          </a:prstGeom>
          <a:solidFill>
            <a:srgbClr val="F8D9D0"/>
          </a:solidFill>
          <a:ln/>
        </p:spPr>
      </p:sp>
      <p:sp>
        <p:nvSpPr>
          <p:cNvPr id="9" name="Shape 7"/>
          <p:cNvSpPr/>
          <p:nvPr/>
        </p:nvSpPr>
        <p:spPr>
          <a:xfrm>
            <a:off x="6572250" y="2571750"/>
            <a:ext cx="5143500" cy="19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953250" y="314325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7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107" dirty="0"/>
          </a:p>
        </p:txBody>
      </p:sp>
      <p:sp>
        <p:nvSpPr>
          <p:cNvPr id="11" name="Text 9"/>
          <p:cNvSpPr/>
          <p:nvPr/>
        </p:nvSpPr>
        <p:spPr>
          <a:xfrm>
            <a:off x="6953250" y="466725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4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4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4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953250" y="609600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Dùng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nhiều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lượt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230100" y="2571750"/>
            <a:ext cx="5143500" cy="4953000"/>
          </a:xfrm>
          <a:prstGeom prst="roundRect">
            <a:avLst>
              <a:gd name="adj" fmla="val 5385"/>
            </a:avLst>
          </a:prstGeom>
          <a:solidFill>
            <a:srgbClr val="F8D9D0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30100" y="2571750"/>
            <a:ext cx="5143500" cy="19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14325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7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107" dirty="0"/>
          </a:p>
        </p:txBody>
      </p:sp>
      <p:sp>
        <p:nvSpPr>
          <p:cNvPr id="16" name="Text 14"/>
          <p:cNvSpPr/>
          <p:nvPr/>
        </p:nvSpPr>
        <p:spPr>
          <a:xfrm>
            <a:off x="12611100" y="466725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Cải</a:t>
            </a:r>
            <a:r>
              <a:rPr lang="en-US" sz="34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34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611100" y="609600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Thông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dần nhờ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hồi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8001000"/>
            <a:ext cx="15716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có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 ● ●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07/11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cc3b240-7d14-4e90-9895-a7597321a0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</a:t>
            </a: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xây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7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endParaRPr lang="en-US" sz="75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381250"/>
            <a:ext cx="2286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2381250"/>
            <a:ext cx="15430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34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450" b="1" dirty="0" spc="-4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4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endParaRPr lang="en-US" sz="34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chiến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lược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phối LLM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572000"/>
            <a:ext cx="2286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524000" y="4572000"/>
            <a:ext cx="15430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-4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Framework</a:t>
            </a:r>
            <a:r>
              <a:rPr lang="en-US" sz="34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(MAF)</a:t>
            </a:r>
            <a:endParaRPr lang="en-US" sz="3450" dirty="0"/>
          </a:p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khuôn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mẫu,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cụ,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tầng</a:t>
            </a:r>
            <a:r>
              <a:rPr lang="en-US" sz="2550" dirty="0" spc="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dựng</a:t>
            </a:r>
            <a:r>
              <a:rPr lang="en-US" sz="2550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sẵn</a:t>
            </a:r>
            <a:endParaRPr lang="en-US" sz="3450" dirty="0"/>
          </a:p>
        </p:txBody>
      </p:sp>
      <p:sp>
        <p:nvSpPr>
          <p:cNvPr id="9" name="Shape 7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762750"/>
            <a:ext cx="2286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524000" y="6762750"/>
            <a:ext cx="15430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34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4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endParaRPr lang="en-US" sz="3450" dirty="0"/>
          </a:p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xác</a:t>
            </a:r>
            <a:r>
              <a:rPr lang="en-US" sz="2550" dirty="0" spc="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 ●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08/11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d51a443c-9ce0-4d29-ba07-b9524f9320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-10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7500" dirty="0"/>
          </a:p>
        </p:txBody>
      </p:sp>
      <p:sp>
        <p:nvSpPr>
          <p:cNvPr id="3" name="Text 1"/>
          <p:cNvSpPr/>
          <p:nvPr/>
        </p:nvSpPr>
        <p:spPr>
          <a:xfrm>
            <a:off x="1143000" y="21907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7429500" y="21907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3716000" y="219075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2850" dirty="0"/>
          </a:p>
        </p:txBody>
      </p:sp>
      <p:sp>
        <p:nvSpPr>
          <p:cNvPr id="6" name="Connector line-1792492020187-432992980"/>
          <p:cNvSpPr/>
          <p:nvPr/>
        </p:nvSpPr>
        <p:spPr>
          <a:xfrm>
            <a:off x="2857500" y="3143250"/>
            <a:ext cx="0" cy="5715000"/>
          </a:xfrm>
          <a:prstGeom prst="line">
            <a:avLst/>
          </a:prstGeom>
          <a:noFill/>
          <a:ln w="38100">
            <a:solidFill>
              <a:srgbClr val="C9C1AE"/>
            </a:solidFill>
            <a:prstDash val="lgDash"/>
            <a:headEnd type="none"/>
            <a:tailEnd type="none"/>
          </a:ln>
        </p:spPr>
      </p:sp>
      <p:sp>
        <p:nvSpPr>
          <p:cNvPr id="7" name="Connector line-1792492020188-992012558"/>
          <p:cNvSpPr/>
          <p:nvPr/>
        </p:nvSpPr>
        <p:spPr>
          <a:xfrm>
            <a:off x="9144000" y="3143250"/>
            <a:ext cx="0" cy="5715000"/>
          </a:xfrm>
          <a:prstGeom prst="line">
            <a:avLst/>
          </a:prstGeom>
          <a:noFill/>
          <a:ln w="38100">
            <a:solidFill>
              <a:srgbClr val="C9C1AE"/>
            </a:solidFill>
            <a:prstDash val="lgDash"/>
            <a:headEnd type="none"/>
            <a:tailEnd type="none"/>
          </a:ln>
        </p:spPr>
      </p:sp>
      <p:sp>
        <p:nvSpPr>
          <p:cNvPr id="8" name="Connector line-1792492020188-543500077"/>
          <p:cNvSpPr/>
          <p:nvPr/>
        </p:nvSpPr>
        <p:spPr>
          <a:xfrm>
            <a:off x="15430500" y="3143250"/>
            <a:ext cx="0" cy="5715000"/>
          </a:xfrm>
          <a:prstGeom prst="line">
            <a:avLst/>
          </a:prstGeom>
          <a:noFill/>
          <a:ln w="38100">
            <a:solidFill>
              <a:srgbClr val="C9C1AE"/>
            </a:solidFill>
            <a:prstDash val="lgDash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3143250" y="35433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tôi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chuyến</a:t>
            </a:r>
            <a:r>
              <a:rPr lang="en-US" sz="24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2400" dirty="0"/>
          </a:p>
        </p:txBody>
      </p:sp>
      <p:sp>
        <p:nvSpPr>
          <p:cNvPr id="10" name="Connector line-1792492020191-463949601"/>
          <p:cNvSpPr/>
          <p:nvPr/>
        </p:nvSpPr>
        <p:spPr>
          <a:xfrm>
            <a:off x="2857500" y="4095750"/>
            <a:ext cx="6191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429750" y="44958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vé,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trống</a:t>
            </a:r>
            <a:endParaRPr lang="en-US" sz="2400" dirty="0"/>
          </a:p>
        </p:txBody>
      </p:sp>
      <p:sp>
        <p:nvSpPr>
          <p:cNvPr id="12" name="Connector line-1792492020193-773041888"/>
          <p:cNvSpPr/>
          <p:nvPr/>
        </p:nvSpPr>
        <p:spPr>
          <a:xfrm>
            <a:off x="9144000" y="5048250"/>
            <a:ext cx="6191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4483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6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Trả</a:t>
            </a:r>
            <a:r>
              <a:rPr lang="en-US" sz="24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endParaRPr lang="en-US" sz="2400" dirty="0"/>
          </a:p>
        </p:txBody>
      </p:sp>
      <p:sp>
        <p:nvSpPr>
          <p:cNvPr id="14" name="Connector line-1792492020196-203833883"/>
          <p:cNvSpPr/>
          <p:nvPr/>
        </p:nvSpPr>
        <p:spPr>
          <a:xfrm flipH="1">
            <a:off x="9239250" y="6000750"/>
            <a:ext cx="6191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64008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phòng,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6" name="Connector line-1792492020198-506054753"/>
          <p:cNvSpPr/>
          <p:nvPr/>
        </p:nvSpPr>
        <p:spPr>
          <a:xfrm>
            <a:off x="9144000" y="6953250"/>
            <a:ext cx="6191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143250" y="73533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Báo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bạn</a:t>
            </a:r>
            <a:endParaRPr lang="en-US" sz="2400" dirty="0"/>
          </a:p>
        </p:txBody>
      </p:sp>
      <p:sp>
        <p:nvSpPr>
          <p:cNvPr id="18" name="Connector line-1792492020200-58238086"/>
          <p:cNvSpPr/>
          <p:nvPr/>
        </p:nvSpPr>
        <p:spPr>
          <a:xfrm flipH="1">
            <a:off x="2952750" y="7905750"/>
            <a:ext cx="6191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C9C1A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 ●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09/11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3f68b18-e467-44d2-b85d-a8c5e8b24f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33450"/>
            <a:ext cx="133350" cy="1333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8382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809750"/>
            <a:ext cx="16459200" cy="3143250"/>
          </a:xfrm>
          <a:prstGeom prst="rect">
            <a:avLst/>
          </a:prstGeom>
          <a:noFill/>
          <a:ln/>
        </p:spPr>
        <p:txBody>
          <a:bodyPr wrap="square" lIns="0" tIns="41910" rIns="0" bIns="-4191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Agent</a:t>
            </a:r>
            <a:r>
              <a:rPr lang="en-US" sz="6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6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 phần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 biến hay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chấp</a:t>
            </a:r>
            <a:r>
              <a:rPr lang="en-US" sz="66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hành?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1645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15000"/>
            <a:ext cx="228600" cy="2476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5715000"/>
            <a:ext cx="15430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án</a:t>
            </a:r>
            <a:endParaRPr lang="en-US" sz="2550" dirty="0"/>
          </a:p>
          <a:p>
            <a:pPr algn="l" indent="0" marL="0">
              <a:buNone/>
            </a:pPr>
            <a:r>
              <a:rPr lang="en-US" sz="3300" dirty="0" spc="-9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3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 biến.</a:t>
            </a:r>
            <a:r>
              <a:rPr lang="en-US" sz="33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33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33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●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10/11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1" name="Moda image moda-export-watermark-1143a6d5-b029-4df8-870b-e233637e3e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00250"/>
          <a:ext cx="13716000" cy="914400"/>
        </p:xfrm>
        <a:graphic>
          <a:graphicData uri="http://schemas.openxmlformats.org/drawingml/2006/table">
            <a:tbl>
              <a:tblPr/>
              <a:tblGrid>
                <a:gridCol w="6254496"/>
                <a:gridCol w="10204704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4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C9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C93FF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trí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tuệ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nhân</a:t>
                      </a:r>
                      <a:r>
                        <a:rPr lang="en-US" sz="24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LLM</a:t>
                      </a:r>
                      <a:r>
                        <a:rPr lang="en-US" sz="2400" dirty="0" spc="-3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(Large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Model)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mô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MAS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(Multi-Agent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 nhiều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MAF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(Microsoft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Framework)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khung</a:t>
                      </a:r>
                      <a:r>
                        <a:rPr lang="en-US" sz="24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thật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4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4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4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75247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Dựa</a:t>
            </a:r>
            <a:r>
              <a:rPr lang="en-US" sz="2100" dirty="0" spc="-17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1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21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2100" dirty="0" spc="-4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100" dirty="0" spc="-1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microsoft/ai-agents-for-beginners</a:t>
            </a:r>
            <a:r>
              <a:rPr lang="en-US" sz="21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(MIT</a:t>
            </a:r>
            <a:r>
              <a:rPr lang="en-US" sz="2100" dirty="0" spc="-5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License,</a:t>
            </a:r>
            <a:r>
              <a:rPr lang="en-US" sz="2100" dirty="0" spc="2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©</a:t>
            </a:r>
            <a:r>
              <a:rPr lang="en-US" sz="2100" dirty="0" spc="-1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Microsoft</a:t>
            </a:r>
            <a:r>
              <a:rPr lang="en-US" sz="2100" dirty="0" spc="-1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Corporation).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914400" y="9286875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spc="300" kern="0" dirty="0">
                <a:solidFill>
                  <a:srgbClr val="4A4E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 ● ● ● ● ● ● ● ● ● </a:t>
            </a:r>
            <a:pPr algn="l" indent="0" marL="0">
              <a:buNone/>
            </a:pPr>
            <a:r>
              <a:rPr lang="en-US" sz="1650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●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914400" y="96012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AI</a:t>
            </a:r>
            <a:r>
              <a:rPr lang="en-US" sz="1800" dirty="0" spc="-16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Agent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1800" dirty="0" spc="5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1800" dirty="0" spc="-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mới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0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1800" dirty="0" spc="1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01</a:t>
            </a:r>
            <a:r>
              <a:rPr lang="en-US" sz="1800" dirty="0" spc="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·</a:t>
            </a:r>
            <a:r>
              <a:rPr lang="en-US" sz="1800" dirty="0" spc="-3" kern="0">
                <a:solidFill>
                  <a:srgbClr val="9A9890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11/11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" name="Moda image moda-export-watermark-8861cd8e-f325-4363-b2b4-893d95ef62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2026-10-20T10:29:39Z</dcterms:created>
  <dcterms:modified xsi:type="dcterms:W3CDTF">2026-10-20T10:29:39Z</dcterms:modified>
</cp:coreProperties>
</file>