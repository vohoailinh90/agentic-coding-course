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Be Vietnam Pro Medium"/>
      <p:regular r:id="rId21"/>
    </p:embeddedFont>
    <p:embeddedFont>
      <p:font typeface="Be Vietnam Pro SemiBold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152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15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146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5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148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1144250" cy="2667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81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81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trải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850" dirty="0" spc="-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2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27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1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dirty="0" spc="2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8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ích,</a:t>
            </a:r>
            <a:r>
              <a:rPr lang="en-US" sz="2850" dirty="0" spc="1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dirty="0" spc="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đúng</a:t>
            </a:r>
            <a:r>
              <a:rPr lang="en-US" sz="2850" dirty="0" spc="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21030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0769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Bốn</a:t>
            </a:r>
            <a:r>
              <a:rPr lang="en-US" sz="25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tốt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680085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6675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Niềm tin: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 ít,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7391400"/>
            <a:ext cx="190500" cy="190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2580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Giải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quyền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soát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79819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8486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Cộng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tác,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góp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xử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lỗi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92000" y="2857500"/>
            <a:ext cx="5143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3A3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68250" y="3333750"/>
            <a:ext cx="381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NIỀM</a:t>
            </a:r>
            <a:r>
              <a:rPr lang="en-US" sz="19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763500" y="4953000"/>
            <a:ext cx="4000500" cy="152400"/>
          </a:xfrm>
          <a:prstGeom prst="roundRect">
            <a:avLst>
              <a:gd name="adj" fmla="val 50000"/>
            </a:avLst>
          </a:prstGeom>
          <a:solidFill>
            <a:srgbClr val="3A3D48"/>
          </a:solidFill>
          <a:ln/>
        </p:spPr>
      </p:sp>
      <p:sp>
        <p:nvSpPr>
          <p:cNvPr id="16" name="Shape 14"/>
          <p:cNvSpPr/>
          <p:nvPr/>
        </p:nvSpPr>
        <p:spPr>
          <a:xfrm>
            <a:off x="14163675" y="4953000"/>
            <a:ext cx="120015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0" y="4743450"/>
            <a:ext cx="571500" cy="571500"/>
          </a:xfrm>
          <a:prstGeom prst="ellipse">
            <a:avLst/>
          </a:prstGeom>
          <a:solidFill>
            <a:srgbClr val="F3EEE3"/>
          </a:solidFill>
          <a:ln w="5715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63500" y="54864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Thiếu</a:t>
            </a:r>
            <a:r>
              <a:rPr lang="en-US" sz="2100" dirty="0" spc="-2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763625" y="4152900"/>
            <a:ext cx="200025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b="1" dirty="0" spc="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vừa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906500" y="54864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r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Tin</a:t>
            </a:r>
            <a:r>
              <a:rPr lang="en-US" sz="2100" dirty="0" spc="-2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2100" dirty="0" spc="11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a085759-9cad-4bc5-909c-d9eda17335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2479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Startup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dùng: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7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29000"/>
            <a:ext cx="1333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42900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30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đáp</a:t>
            </a:r>
            <a:r>
              <a:rPr lang="en-US" sz="3000" dirty="0" spc="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nhu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30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542925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429250"/>
            <a:ext cx="1333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857500" y="542925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Thiết</a:t>
            </a:r>
            <a:r>
              <a:rPr lang="en-US" sz="3000" dirty="0" spc="-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30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niềm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30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3" name="Shape 11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4" name="Shape 12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5" name="Shape 13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6" name="Shape 14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7" name="Shape 15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Text 19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3e44a64-6d01-40a1-8063-a77611cb4c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Lấy</a:t>
            </a:r>
            <a:r>
              <a:rPr lang="en-US" sz="6900" dirty="0" spc="-6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690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43250"/>
            <a:ext cx="8001000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447800" y="3714750"/>
            <a:ext cx="666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3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100" b="1" spc="14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47800" y="447675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chấm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447800" y="6477000"/>
            <a:ext cx="6934200" cy="1047750"/>
          </a:xfrm>
          <a:prstGeom prst="roundRect">
            <a:avLst>
              <a:gd name="adj" fmla="val 16364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1771650" y="647700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chấm</a:t>
            </a:r>
            <a:r>
              <a:rPr lang="en-US" sz="2550" dirty="0" spc="-5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55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55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</a:t>
            </a:r>
            <a:r>
              <a:rPr lang="en-US" sz="255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72600" y="3143250"/>
            <a:ext cx="800100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2600" y="3143250"/>
            <a:ext cx="8001000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0" y="3714750"/>
            <a:ext cx="666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100" b="1" spc="14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906000" y="447675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Thẻ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42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ôn</a:t>
            </a: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tập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9906000" y="6477000"/>
            <a:ext cx="6934200" cy="1047750"/>
          </a:xfrm>
          <a:prstGeom prst="roundRect">
            <a:avLst>
              <a:gd name="adj" fmla="val 16364"/>
            </a:avLst>
          </a:prstGeom>
          <a:solidFill>
            <a:srgbClr val="DDE3FA"/>
          </a:solidFill>
          <a:ln/>
        </p:spPr>
      </p:sp>
      <p:sp>
        <p:nvSpPr>
          <p:cNvPr id="15" name="Text 13"/>
          <p:cNvSpPr/>
          <p:nvPr/>
        </p:nvSpPr>
        <p:spPr>
          <a:xfrm>
            <a:off x="10229850" y="647700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 hỏi</a:t>
            </a:r>
            <a:r>
              <a:rPr lang="en-US" sz="255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550" dirty="0" spc="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đề,</a:t>
            </a:r>
            <a:r>
              <a:rPr lang="en-US" sz="2550" dirty="0" spc="1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</a:t>
            </a:r>
            <a:r>
              <a:rPr lang="en-US" sz="25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dạng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Text 25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141a19c-bf94-4690-9a69-00ac1f397b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95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b="1" spc="1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69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0650" y="3486150"/>
            <a:ext cx="342900" cy="3429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962150" y="33337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Hữu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962150" y="4286250"/>
            <a:ext cx="6667500" cy="857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chức</a:t>
            </a:r>
            <a:r>
              <a:rPr lang="en-US" sz="27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7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đúng</a:t>
            </a:r>
            <a:r>
              <a:rPr lang="en-US" sz="2700" dirty="0" spc="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700" dirty="0" spc="1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đích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29527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850" y="3486150"/>
            <a:ext cx="342900" cy="3429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0420350" y="33337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42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Đáng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cậy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420350" y="4286250"/>
            <a:ext cx="6667500" cy="857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27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 ổn</a:t>
            </a:r>
            <a:r>
              <a:rPr lang="en-US" sz="2700" dirty="0" spc="1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định,</a:t>
            </a:r>
            <a:r>
              <a:rPr lang="en-US" sz="27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lỗi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8102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90650" y="6343650"/>
            <a:ext cx="342900" cy="3429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962150" y="61912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Dễ tiếp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cận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962150" y="7143750"/>
            <a:ext cx="6667500" cy="857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7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27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700" dirty="0" spc="-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bỏ</a:t>
            </a:r>
            <a:r>
              <a:rPr lang="en-US" sz="27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72600" y="58102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8850" y="6343650"/>
            <a:ext cx="342900" cy="3429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0350" y="61912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Dễ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chịu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0420350" y="7143750"/>
            <a:ext cx="6667500" cy="857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dùng</a:t>
            </a:r>
            <a:r>
              <a:rPr lang="en-US" sz="2700" dirty="0" spc="-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thấy</a:t>
            </a:r>
            <a:r>
              <a:rPr lang="en-US" sz="27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thích,</a:t>
            </a:r>
            <a:r>
              <a:rPr lang="en-US" sz="2700" dirty="0" spc="-9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quay</a:t>
            </a:r>
            <a:r>
              <a:rPr lang="en-US" sz="27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Shape 25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8" name="Shape 26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9" name="Shape 27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0" name="Shape 28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1" name="Text 29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04/11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6b6034c9-7e3a-41dd-b0ab-1a3ffaec55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Niềm</a:t>
            </a:r>
            <a:r>
              <a:rPr lang="en-US" sz="72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7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5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vừa</a:t>
            </a:r>
            <a:r>
              <a:rPr lang="en-US" sz="7200" dirty="0" spc="1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4000500" y="2857500"/>
            <a:ext cx="10287000" cy="152400"/>
          </a:xfrm>
          <a:prstGeom prst="roundRect">
            <a:avLst>
              <a:gd name="adj" fmla="val 50000"/>
            </a:avLst>
          </a:prstGeom>
          <a:solidFill>
            <a:srgbClr val="DDD5C1"/>
          </a:solidFill>
          <a:ln/>
        </p:spPr>
      </p:sp>
      <p:sp>
        <p:nvSpPr>
          <p:cNvPr id="4" name="Shape 2"/>
          <p:cNvSpPr/>
          <p:nvPr/>
        </p:nvSpPr>
        <p:spPr>
          <a:xfrm>
            <a:off x="7600950" y="2857500"/>
            <a:ext cx="30861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Shape 3"/>
          <p:cNvSpPr/>
          <p:nvPr/>
        </p:nvSpPr>
        <p:spPr>
          <a:xfrm>
            <a:off x="8858250" y="2647950"/>
            <a:ext cx="571500" cy="571500"/>
          </a:xfrm>
          <a:prstGeom prst="ellipse">
            <a:avLst/>
          </a:prstGeom>
          <a:solidFill>
            <a:srgbClr val="14161C"/>
          </a:solidFill>
          <a:ln w="5715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00500" y="33337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Thiếu</a:t>
            </a:r>
            <a:r>
              <a:rPr lang="en-US" sz="210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72250" y="21145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b="1" dirty="0" spc="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vừa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0" y="33337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r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Tin</a:t>
            </a:r>
            <a:r>
              <a:rPr lang="en-US" sz="210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2100" dirty="0" spc="1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400050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7800" y="4381500"/>
            <a:ext cx="7048500" cy="76200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42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Thiếu</a:t>
            </a:r>
            <a:r>
              <a:rPr lang="en-US" sz="42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447800" y="5429250"/>
            <a:ext cx="70485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Gần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1447800" y="6858000"/>
            <a:ext cx="6934200" cy="952500"/>
          </a:xfrm>
          <a:prstGeom prst="roundRect">
            <a:avLst>
              <a:gd name="adj" fmla="val 18000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1771650" y="6858000"/>
            <a:ext cx="6477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→ Bỏ ứng dụng của bạn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372600" y="400050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0" y="4381500"/>
            <a:ext cx="7048500" cy="76200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4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</a:t>
            </a: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4200" dirty="0" spc="-4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906000" y="5429250"/>
            <a:ext cx="70485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Tin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khả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906000" y="6858000"/>
            <a:ext cx="6934200" cy="952500"/>
          </a:xfrm>
          <a:prstGeom prst="roundRect">
            <a:avLst>
              <a:gd name="adj" fmla="val 18000"/>
            </a:avLst>
          </a:prstGeom>
          <a:solidFill>
            <a:srgbClr val="F3DFB8"/>
          </a:solidFill>
          <a:ln/>
        </p:spPr>
      </p:sp>
      <p:sp>
        <p:nvSpPr>
          <p:cNvPr id="18" name="Text 16"/>
          <p:cNvSpPr/>
          <p:nvPr/>
        </p:nvSpPr>
        <p:spPr>
          <a:xfrm>
            <a:off x="10229850" y="6858000"/>
            <a:ext cx="6477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→ Không xem lại bài, điểm sai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Text 28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05/11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7493455-ddbe-403f-a992-0108e2bc0f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19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ĐƯỢC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69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5242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Nói</a:t>
            </a:r>
            <a:r>
              <a:rPr lang="en-US" sz="345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3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đây</a:t>
            </a: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0482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 phải</a:t>
            </a:r>
            <a:r>
              <a:rPr lang="en-US" sz="2550" dirty="0" spc="-6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thật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242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Nói</a:t>
            </a:r>
            <a:r>
              <a:rPr lang="en-US" sz="345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 dữ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896100" y="50482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ví</a:t>
            </a:r>
            <a:r>
              <a:rPr lang="en-US" sz="255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</a:t>
            </a:r>
            <a:r>
              <a:rPr lang="en-US" sz="2550" dirty="0" spc="-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gợi</a:t>
            </a:r>
            <a:r>
              <a:rPr lang="en-US" sz="255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550" dirty="0" spc="-1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thay</a:t>
            </a:r>
            <a:r>
              <a:rPr lang="en-US" sz="255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vì</a:t>
            </a:r>
            <a:r>
              <a:rPr lang="en-US" sz="2550" dirty="0" spc="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đưa</a:t>
            </a:r>
            <a:r>
              <a:rPr lang="en-US" sz="2550" dirty="0" spc="1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đáp</a:t>
            </a:r>
            <a:r>
              <a:rPr lang="en-US" sz="25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án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115800" y="3048000"/>
            <a:ext cx="52578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2496800" y="35242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Giải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345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giản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496800" y="50482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9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người</a:t>
            </a:r>
            <a:r>
              <a:rPr lang="en-US" sz="255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5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phải</a:t>
            </a:r>
            <a:r>
              <a:rPr lang="en-US" sz="2550" dirty="0" spc="-1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chuyên</a:t>
            </a:r>
            <a:r>
              <a:rPr lang="en-US" sz="255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</a:t>
            </a:r>
            <a:r>
              <a:rPr lang="en-US" sz="255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04850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3500" y="7048500"/>
            <a:ext cx="156210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Thay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“Bắt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trò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chuyện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sư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ngay”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“Dùng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sư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5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chỉnh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cầu,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giúp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tốc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mình”.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Shape 25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8" name="Shape 26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fabe920a-24d1-44cc-a36e-4d5da4e0ac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Quyền</a:t>
            </a:r>
            <a:r>
              <a:rPr lang="en-US" sz="72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7200" dirty="0" spc="-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7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7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Copilot.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9530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4191000" cy="762000"/>
          </a:xfrm>
          <a:prstGeom prst="rect">
            <a:avLst/>
          </a:prstGeom>
          <a:noFill/>
          <a:ln/>
        </p:spPr>
        <p:txBody>
          <a:bodyPr wrap="square" lIns="0" tIns="2191" rIns="0" bIns="-2191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4191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định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dạng,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giọng</a:t>
            </a:r>
            <a:r>
              <a:rPr lang="en-US" sz="2550" dirty="0" spc="-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văn,</a:t>
            </a:r>
            <a:r>
              <a:rPr lang="en-US" sz="2550" dirty="0" spc="1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dài</a:t>
            </a:r>
            <a:endParaRPr lang="en-US" sz="2550" dirty="0"/>
          </a:p>
        </p:txBody>
      </p:sp>
      <p:sp>
        <p:nvSpPr>
          <p:cNvPr id="7" name="Connector line-1792490573630-851542234"/>
          <p:cNvSpPr/>
          <p:nvPr/>
        </p:nvSpPr>
        <p:spPr>
          <a:xfrm>
            <a:off x="5962650" y="4381500"/>
            <a:ext cx="4572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15100" y="3143250"/>
            <a:ext cx="4953000" cy="2476500"/>
          </a:xfrm>
          <a:prstGeom prst="roundRect">
            <a:avLst>
              <a:gd name="adj" fmla="val 10769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896100" y="3524250"/>
            <a:ext cx="4191000" cy="762000"/>
          </a:xfrm>
          <a:prstGeom prst="rect">
            <a:avLst/>
          </a:prstGeom>
          <a:noFill/>
          <a:ln/>
        </p:spPr>
        <p:txBody>
          <a:bodyPr wrap="square" lIns="0" tIns="2191" rIns="0" bIns="-2191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345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6896100" y="4476750"/>
            <a:ext cx="4191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câu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 AI</a:t>
            </a:r>
            <a:endParaRPr lang="en-US" sz="2550" dirty="0"/>
          </a:p>
        </p:txBody>
      </p:sp>
      <p:sp>
        <p:nvSpPr>
          <p:cNvPr id="11" name="Connector line-1792490573636-82983444"/>
          <p:cNvSpPr/>
          <p:nvPr/>
        </p:nvSpPr>
        <p:spPr>
          <a:xfrm>
            <a:off x="11563350" y="4381500"/>
            <a:ext cx="4572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115800" y="3143250"/>
            <a:ext cx="49530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96800" y="3524250"/>
            <a:ext cx="4191000" cy="762000"/>
          </a:xfrm>
          <a:prstGeom prst="rect">
            <a:avLst/>
          </a:prstGeom>
          <a:noFill/>
          <a:ln/>
        </p:spPr>
        <p:txBody>
          <a:bodyPr wrap="square" lIns="0" tIns="2191" rIns="0" bIns="-2191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345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2496800" y="4476750"/>
            <a:ext cx="4191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người</a:t>
            </a: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 chỉnh tiếp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61912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64770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7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1950" b="1" spc="1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b="1" spc="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DÙNG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33500" y="7143750"/>
            <a:ext cx="104775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85950" y="7200900"/>
            <a:ext cx="457200" cy="457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9" name="Text 17"/>
          <p:cNvSpPr/>
          <p:nvPr/>
        </p:nvSpPr>
        <p:spPr>
          <a:xfrm>
            <a:off x="2667000" y="7143750"/>
            <a:ext cx="57150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chép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334500" y="7143750"/>
            <a:ext cx="104775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9886950" y="7200900"/>
            <a:ext cx="457200" cy="457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0" y="7143750"/>
            <a:ext cx="57150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giáo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viên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Shape 29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2" name="Shape 30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3" name="Shape 31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4" name="Text 32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07/11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19d5954f-1f42-40c5-b8c2-7ba0a78d68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1950" b="1" spc="14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5621000" cy="4000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Nhắc</a:t>
            </a:r>
            <a:r>
              <a:rPr lang="en-US" sz="75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dùng: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250"/>
              </a:lnSpc>
              <a:buNone/>
            </a:pPr>
            <a:r>
              <a:rPr lang="en-US" sz="7500" dirty="0" spc="1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đây</a:t>
            </a:r>
            <a:r>
              <a:rPr lang="en-US" sz="75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AI</a:t>
            </a:r>
            <a:pPr algn="l" indent="0" marL="0">
              <a:lnSpc>
                <a:spcPts val="8250"/>
              </a:lnSpc>
              <a:buNone/>
            </a:pP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5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thật.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chút</a:t>
            </a:r>
            <a:r>
              <a:rPr lang="en-US" sz="270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“ma</a:t>
            </a:r>
            <a:r>
              <a:rPr lang="en-US" sz="2700" dirty="0" spc="-17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sát”</a:t>
            </a:r>
            <a:r>
              <a:rPr lang="en-US" sz="2700" dirty="0" spc="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dirty="0" spc="-2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700" dirty="0" spc="-18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700" dirty="0" spc="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quá</a:t>
            </a:r>
            <a:r>
              <a:rPr lang="en-US" sz="2700" dirty="0" spc="7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8096250"/>
            <a:ext cx="4000500" cy="152400"/>
          </a:xfrm>
          <a:prstGeom prst="roundRect">
            <a:avLst>
              <a:gd name="adj" fmla="val 50000"/>
            </a:avLst>
          </a:prstGeom>
          <a:solidFill>
            <a:srgbClr val="3A3D48"/>
          </a:solidFill>
          <a:ln/>
        </p:spPr>
      </p:sp>
      <p:sp>
        <p:nvSpPr>
          <p:cNvPr id="6" name="Shape 4"/>
          <p:cNvSpPr/>
          <p:nvPr/>
        </p:nvSpPr>
        <p:spPr>
          <a:xfrm>
            <a:off x="2314575" y="8096250"/>
            <a:ext cx="120015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Shape 5"/>
          <p:cNvSpPr/>
          <p:nvPr/>
        </p:nvSpPr>
        <p:spPr>
          <a:xfrm>
            <a:off x="2628900" y="7886700"/>
            <a:ext cx="571500" cy="571500"/>
          </a:xfrm>
          <a:prstGeom prst="ellipse">
            <a:avLst/>
          </a:prstGeom>
          <a:solidFill>
            <a:srgbClr val="F3EEE3"/>
          </a:solidFill>
          <a:ln w="57150">
            <a:solidFill>
              <a:srgbClr val="FFB4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9" name="Shape 7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0" name="Shape 8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1" name="Shape 9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3" name="Shape 11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4" name="Shape 12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7" name="Shape 15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9" name="Text 17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08/11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70576c0-b0ee-4908-9980-500a94c560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Góp</a:t>
            </a:r>
            <a:r>
              <a:rPr lang="en-US" sz="69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900" dirty="0" spc="-7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2095500" y="2000250"/>
            <a:ext cx="381000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95500" y="2000250"/>
            <a:ext cx="3810000" cy="8001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endParaRPr lang="en-US" sz="2400" dirty="0"/>
          </a:p>
        </p:txBody>
      </p:sp>
      <p:sp>
        <p:nvSpPr>
          <p:cNvPr id="5" name="Connector line-1792490621684-192030447"/>
          <p:cNvSpPr/>
          <p:nvPr/>
        </p:nvSpPr>
        <p:spPr>
          <a:xfrm>
            <a:off x="4000500" y="2800350"/>
            <a:ext cx="0" cy="520065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2382500" y="2000250"/>
            <a:ext cx="3810000" cy="800100"/>
          </a:xfrm>
          <a:prstGeom prst="roundRect">
            <a:avLst>
              <a:gd name="adj" fmla="val 23810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0" y="2000250"/>
            <a:ext cx="3810000" cy="8001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2400" dirty="0"/>
          </a:p>
        </p:txBody>
      </p:sp>
      <p:sp>
        <p:nvSpPr>
          <p:cNvPr id="8" name="Connector line-1792490621686-717465756"/>
          <p:cNvSpPr/>
          <p:nvPr/>
        </p:nvSpPr>
        <p:spPr>
          <a:xfrm>
            <a:off x="14287500" y="2800350"/>
            <a:ext cx="0" cy="520065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Connector line-1792490621686-819034807"/>
          <p:cNvSpPr/>
          <p:nvPr/>
        </p:nvSpPr>
        <p:spPr>
          <a:xfrm>
            <a:off x="4076700" y="4191000"/>
            <a:ext cx="10134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10" name="Text 8"/>
          <p:cNvSpPr/>
          <p:nvPr/>
        </p:nvSpPr>
        <p:spPr>
          <a:xfrm>
            <a:off x="4286250" y="3333750"/>
            <a:ext cx="9715500" cy="76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b"/>
          <a:lstStyle/>
          <a:p>
            <a:pPr algn="ctr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endParaRPr lang="en-US" sz="2550" dirty="0"/>
          </a:p>
        </p:txBody>
      </p:sp>
      <p:sp>
        <p:nvSpPr>
          <p:cNvPr id="11" name="Connector line-1792490621688-95439286"/>
          <p:cNvSpPr/>
          <p:nvPr/>
        </p:nvSpPr>
        <p:spPr>
          <a:xfrm flipH="1">
            <a:off x="4076700" y="5810250"/>
            <a:ext cx="101346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med" len="lg"/>
          </a:ln>
        </p:spPr>
      </p:sp>
      <p:sp>
        <p:nvSpPr>
          <p:cNvPr id="12" name="Text 10"/>
          <p:cNvSpPr/>
          <p:nvPr/>
        </p:nvSpPr>
        <p:spPr>
          <a:xfrm>
            <a:off x="4286250" y="4953000"/>
            <a:ext cx="97155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b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“Xin</a:t>
            </a:r>
            <a:r>
              <a:rPr lang="en-US" sz="240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lỗi,</a:t>
            </a:r>
            <a:r>
              <a:rPr lang="en-US" sz="2400" dirty="0" spc="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…</a:t>
            </a:r>
            <a:r>
              <a:rPr lang="en-US" sz="2400" dirty="0" spc="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8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huấn</a:t>
            </a:r>
            <a:r>
              <a:rPr lang="en-US" sz="2400" dirty="0" spc="-15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luyện</a:t>
            </a:r>
            <a:r>
              <a:rPr lang="en-US" sz="2400" dirty="0" spc="-1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-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40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môn:</a:t>
            </a:r>
            <a:r>
              <a:rPr lang="en-US" sz="2400" dirty="0" spc="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Lịch</a:t>
            </a:r>
            <a:r>
              <a:rPr lang="en-US" sz="2400" dirty="0" spc="-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sử,</a:t>
            </a:r>
            <a:r>
              <a:rPr lang="en-US" sz="2400" dirty="0" spc="-38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Toán”</a:t>
            </a:r>
            <a:endParaRPr lang="en-US" sz="2400" dirty="0"/>
          </a:p>
        </p:txBody>
      </p:sp>
      <p:sp>
        <p:nvSpPr>
          <p:cNvPr id="13" name="Connector line-1792490621691-314346789"/>
          <p:cNvSpPr/>
          <p:nvPr/>
        </p:nvSpPr>
        <p:spPr>
          <a:xfrm>
            <a:off x="4076700" y="7429500"/>
            <a:ext cx="10134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14" name="Text 12"/>
          <p:cNvSpPr/>
          <p:nvPr/>
        </p:nvSpPr>
        <p:spPr>
          <a:xfrm>
            <a:off x="4286250" y="6572250"/>
            <a:ext cx="9715500" cy="76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b"/>
          <a:lstStyle/>
          <a:p>
            <a:pPr algn="ctr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Bấm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8382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Nói</a:t>
            </a:r>
            <a:r>
              <a:rPr lang="en-US" sz="2550" dirty="0" spc="-2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khả</a:t>
            </a: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550" dirty="0" spc="-2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hạn;</a:t>
            </a:r>
            <a:r>
              <a:rPr lang="en-US" sz="2550" dirty="0" spc="-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góp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5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giúp</a:t>
            </a: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thống</a:t>
            </a:r>
            <a:r>
              <a:rPr lang="en-US" sz="2550" dirty="0" spc="-1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tốt</a:t>
            </a: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Text 25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6fd1040-a14a-4c8c-ba24-d638427432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Giáo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viên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vì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thống chấm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7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động.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Đây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 gì?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85750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43150" y="285750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Thiếu tin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285750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0801350" y="285750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Tin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27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0482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04825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343150" y="50482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72600" y="50482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504825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0801350" y="50482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Vòng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góp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524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524750"/>
            <a:ext cx="15621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B.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 thích,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nhắc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AI,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5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điểm,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5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góp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f4542553-0fff-4f76-b9e8-65c167a979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857500"/>
            <a:ext cx="2476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000500" y="2857500"/>
            <a:ext cx="129540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Artificial</a:t>
            </a:r>
            <a:r>
              <a:rPr lang="en-US" sz="27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Intelligence:</a:t>
            </a:r>
            <a:r>
              <a:rPr lang="en-US" sz="27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trí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tuệ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7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286250"/>
            <a:ext cx="2476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UX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000500" y="4286250"/>
            <a:ext cx="129540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User</a:t>
            </a:r>
            <a:r>
              <a:rPr lang="en-US" sz="27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Experience:</a:t>
            </a:r>
            <a:r>
              <a:rPr lang="en-US" sz="27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trải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nghiệm</a:t>
            </a:r>
            <a:r>
              <a:rPr lang="en-US" sz="27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6286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6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2250" dirty="0" spc="-1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25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25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</a:t>
            </a:r>
            <a:r>
              <a:rPr lang="en-US" sz="2250" dirty="0" spc="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250" dirty="0" spc="-1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microsoft/generative-ai-for-beginners</a:t>
            </a:r>
            <a:r>
              <a:rPr lang="en-US" sz="2250" dirty="0" spc="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</a:t>
            </a:r>
            <a:r>
              <a:rPr lang="en-US" sz="22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License,</a:t>
            </a:r>
            <a:r>
              <a:rPr lang="en-US" sz="2250" dirty="0" spc="6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©</a:t>
            </a:r>
            <a:r>
              <a:rPr lang="en-US" sz="2250" dirty="0" spc="-1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250" dirty="0" spc="-9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Corporation).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6858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8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github.com/microsoft/generative-ai-for-beginners</a:t>
            </a:r>
            <a:r>
              <a:rPr lang="en-US" sz="19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9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commit</a:t>
            </a:r>
            <a:r>
              <a:rPr lang="en-US" sz="19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c35bc19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4" name="Shape 12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6" name="Shape 14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7" name="Shape 15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0" name="Shape 18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Text 20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11/11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a50f77d-460e-4edf-9f07-71f842327f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2026-10-20T10:08:42Z</dcterms:created>
  <dcterms:modified xsi:type="dcterms:W3CDTF">2026-10-20T10:08:42Z</dcterms:modified>
</cp:coreProperties>
</file>