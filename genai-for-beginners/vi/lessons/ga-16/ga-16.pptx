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144000" cy="3810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81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Hugging</a:t>
            </a:r>
            <a:r>
              <a:rPr lang="en-US" sz="81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Face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Thế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0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mã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mở?</a:t>
            </a:r>
            <a:endParaRPr lang="en-US" sz="3000" dirty="0"/>
          </a:p>
        </p:txBody>
      </p:sp>
      <p:sp>
        <p:nvSpPr>
          <p:cNvPr id="5" name="Connector line-1792488628709-355941419"/>
          <p:cNvSpPr/>
          <p:nvPr/>
        </p:nvSpPr>
        <p:spPr>
          <a:xfrm>
            <a:off x="914400" y="7524750"/>
            <a:ext cx="86106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62875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16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100" dirty="0" spc="-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mở,</a:t>
            </a:r>
            <a:r>
              <a:rPr lang="en-US" sz="210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1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1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668000" y="2381250"/>
            <a:ext cx="32385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53750" y="2619375"/>
            <a:ext cx="2762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953750" y="3048000"/>
            <a:ext cx="2762250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4192250" y="2381250"/>
            <a:ext cx="32385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78000" y="2619375"/>
            <a:ext cx="2762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</a:t>
            </a:r>
            <a:r>
              <a:rPr lang="en-US" sz="16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478000" y="3048000"/>
            <a:ext cx="2762250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Tùy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biến, chi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phí, linh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668000" y="4667250"/>
            <a:ext cx="32385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53750" y="4905375"/>
            <a:ext cx="2762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953750" y="5334000"/>
            <a:ext cx="2762250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Mistral,</a:t>
            </a:r>
            <a:r>
              <a:rPr lang="en-US" sz="24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Falcon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4192250" y="4667250"/>
            <a:ext cx="32385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478000" y="4905375"/>
            <a:ext cx="2762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478000" y="5334000"/>
            <a:ext cx="2762250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2400" b="1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c277aceb-cb8b-443d-b38c-f5b73cfd1a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5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</a:t>
            </a:r>
            <a:r>
              <a:rPr lang="en-US" sz="69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xong,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sẽ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1333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2476500" y="3429000"/>
            <a:ext cx="148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3000" dirty="0"/>
          </a:p>
        </p:txBody>
      </p:sp>
      <p:sp>
        <p:nvSpPr>
          <p:cNvPr id="6" name="Connector line-1792488642732-979991149"/>
          <p:cNvSpPr/>
          <p:nvPr/>
        </p:nvSpPr>
        <p:spPr>
          <a:xfrm>
            <a:off x="914400" y="466725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4857750"/>
            <a:ext cx="1333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2476500" y="5143500"/>
            <a:ext cx="148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 khi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3000" dirty="0"/>
          </a:p>
        </p:txBody>
      </p:sp>
      <p:sp>
        <p:nvSpPr>
          <p:cNvPr id="9" name="Connector line-1792488642738-587244567"/>
          <p:cNvSpPr/>
          <p:nvPr/>
        </p:nvSpPr>
        <p:spPr>
          <a:xfrm>
            <a:off x="914400" y="638175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14400" y="6572250"/>
            <a:ext cx="1333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400" dirty="0"/>
          </a:p>
        </p:txBody>
      </p:sp>
      <p:sp>
        <p:nvSpPr>
          <p:cNvPr id="11" name="Text 9"/>
          <p:cNvSpPr/>
          <p:nvPr/>
        </p:nvSpPr>
        <p:spPr>
          <a:xfrm>
            <a:off x="2476500" y="6858000"/>
            <a:ext cx="148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Khám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0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Hugging</a:t>
            </a:r>
            <a:r>
              <a:rPr lang="en-US" sz="30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Face</a:t>
            </a:r>
            <a:r>
              <a:rPr lang="en-US" sz="30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30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e0ad4d6-2c7c-4b23-be0b-11a18402b1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endParaRPr lang="en-US" sz="6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3716000" cy="914400"/>
        </p:xfrm>
        <a:graphic>
          <a:graphicData uri="http://schemas.openxmlformats.org/drawingml/2006/table">
            <a:tbl>
              <a:tblPr/>
              <a:tblGrid>
                <a:gridCol w="1257300"/>
                <a:gridCol w="9220200"/>
              </a:tblGrid>
              <a:tr h="889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#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Thứ phải</a:t>
                      </a:r>
                      <a:r>
                        <a:rPr lang="en-US" sz="255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r>
                        <a:rPr lang="en-US" sz="25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khai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Dữ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550" dirty="0" spc="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huấn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luyện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6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Toàn</a:t>
                      </a: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5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trọng</a:t>
                      </a:r>
                      <a:r>
                        <a:rPr lang="en-US" sz="25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Mã</a:t>
                      </a:r>
                      <a:r>
                        <a:rPr lang="en-US" sz="255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đánh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giá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Mã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tinh chỉnh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5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Trọng</a:t>
                      </a:r>
                      <a:r>
                        <a:rPr lang="en-US" sz="25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5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r>
                        <a:rPr lang="en-US" sz="255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</a:t>
                      </a:r>
                      <a:r>
                        <a:rPr lang="en-US" sz="25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huấn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luyện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001500" y="2857500"/>
            <a:ext cx="5372100" cy="2571750"/>
          </a:xfrm>
          <a:prstGeom prst="roundRect">
            <a:avLst>
              <a:gd name="adj" fmla="val 10370"/>
            </a:avLst>
          </a:prstGeom>
          <a:solidFill>
            <a:srgbClr val="DDE3FA"/>
          </a:solidFill>
          <a:ln/>
        </p:spPr>
      </p:sp>
      <p:sp>
        <p:nvSpPr>
          <p:cNvPr id="6" name="Text 3"/>
          <p:cNvSpPr/>
          <p:nvPr/>
        </p:nvSpPr>
        <p:spPr>
          <a:xfrm>
            <a:off x="12382500" y="3190875"/>
            <a:ext cx="4667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3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ĐẠT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800" b="1" spc="2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382500" y="3714750"/>
            <a:ext cx="466725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Rất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OLMo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AllenAI là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12001500" y="5715000"/>
            <a:ext cx="5372100" cy="2476500"/>
          </a:xfrm>
          <a:prstGeom prst="roundRect">
            <a:avLst>
              <a:gd name="adj" fmla="val 10769"/>
            </a:avLst>
          </a:prstGeom>
          <a:solidFill>
            <a:srgbClr val="14161C"/>
          </a:solidFill>
          <a:ln/>
        </p:spPr>
      </p:sp>
      <p:sp>
        <p:nvSpPr>
          <p:cNvPr id="9" name="Text 6"/>
          <p:cNvSpPr/>
          <p:nvPr/>
        </p:nvSpPr>
        <p:spPr>
          <a:xfrm>
            <a:off x="12382500" y="6048375"/>
            <a:ext cx="4667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 THẾ</a:t>
            </a:r>
            <a:r>
              <a:rPr lang="en-US" sz="180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80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382500" y="6572250"/>
            <a:ext cx="4667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"Mô</a:t>
            </a:r>
            <a:r>
              <a:rPr lang="en-US" sz="48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48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mở"</a:t>
            </a:r>
            <a:endParaRPr lang="en-US" sz="4800" dirty="0"/>
          </a:p>
        </p:txBody>
      </p:sp>
      <p:sp>
        <p:nvSpPr>
          <p:cNvPr id="11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 03/10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b8cf84c2-7367-4242-a6ab-2a6df9e0c0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lợi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ích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86375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3815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8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Tùy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 cao</a:t>
            </a:r>
            <a:endParaRPr lang="en-US" sz="3300" dirty="0"/>
          </a:p>
        </p:txBody>
      </p:sp>
      <p:sp>
        <p:nvSpPr>
          <p:cNvPr id="7" name="Text richtext-1792488673881-885040126"/>
          <p:cNvSpPr/>
          <p:nvPr/>
        </p:nvSpPr>
        <p:spPr>
          <a:xfrm>
            <a:off x="1295400" y="5143500"/>
            <a:ext cx="4572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15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400" dirty="0" spc="6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-13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3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</a:t>
            </a:r>
            <a:r>
              <a:rPr lang="en-US" sz="240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cho</a:t>
            </a:r>
            <a:r>
              <a:rPr lang="en-US" sz="2400" dirty="0" spc="-3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5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hẹp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400" dirty="0" spc="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400" dirty="0" spc="-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3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400" dirty="0" spc="-7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400" dirty="0" spc="-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-3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96050" y="3048000"/>
            <a:ext cx="5286375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77050" y="3429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877050" y="43815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3300" dirty="0"/>
          </a:p>
        </p:txBody>
      </p:sp>
      <p:sp>
        <p:nvSpPr>
          <p:cNvPr id="11" name="Text richtext-1792488673909-928284476"/>
          <p:cNvSpPr/>
          <p:nvPr/>
        </p:nvSpPr>
        <p:spPr>
          <a:xfrm>
            <a:off x="6877050" y="5143500"/>
            <a:ext cx="4572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400" dirty="0" spc="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-25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400" dirty="0" spc="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2400" dirty="0" spc="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3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1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2400" dirty="0" spc="-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3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-13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5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077700" y="3048000"/>
            <a:ext cx="52959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58700" y="3429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2458700" y="43815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Linh</a:t>
            </a:r>
            <a:r>
              <a:rPr lang="en-US" sz="33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endParaRPr lang="en-US" sz="3300" dirty="0"/>
          </a:p>
        </p:txBody>
      </p:sp>
      <p:sp>
        <p:nvSpPr>
          <p:cNvPr id="15" name="Text richtext-1792488673920-45985404"/>
          <p:cNvSpPr/>
          <p:nvPr/>
        </p:nvSpPr>
        <p:spPr>
          <a:xfrm>
            <a:off x="12458700" y="5143500"/>
            <a:ext cx="45720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qua</a:t>
            </a:r>
            <a:r>
              <a:rPr lang="en-US" sz="240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34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-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8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HuggingChat</a:t>
            </a:r>
            <a:r>
              <a:rPr lang="en-US" sz="2400" dirty="0" spc="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4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18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38d0cb87-f8d5-47d4-81f5-9494e3373a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gốc,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381500" cy="142875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4800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38250" y="361950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3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Meta.</a:t>
            </a:r>
            <a:r>
              <a:rPr lang="en-US" sz="2100" dirty="0" spc="-48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100" dirty="0" spc="18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100" dirty="0" spc="-2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24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100" dirty="0" spc="-10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5048250"/>
            <a:ext cx="4381500" cy="142875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523875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Mistral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38250" y="581025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</a:t>
            </a:r>
            <a:r>
              <a:rPr lang="en-US" sz="2100" dirty="0" spc="0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100" dirty="0" spc="-2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cao,</a:t>
            </a:r>
            <a:r>
              <a:rPr lang="en-US" sz="2100" dirty="0" spc="-4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100" dirty="0" spc="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kiệm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7239000"/>
            <a:ext cx="4381500" cy="142875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742950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Falcon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38250" y="800100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TII.</a:t>
            </a:r>
            <a:r>
              <a:rPr lang="en-US" sz="2100" dirty="0" spc="-9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Falcon-40B,</a:t>
            </a:r>
            <a:r>
              <a:rPr lang="en-US" sz="2100" dirty="0" spc="0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100" dirty="0" spc="-9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810500" y="2762250"/>
            <a:ext cx="457200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Japanese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Llama: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810500" y="3657600"/>
            <a:ext cx="457200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Llama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Pro: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 cấp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810500" y="4953000"/>
            <a:ext cx="457200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BioMistral: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810500" y="5848350"/>
            <a:ext cx="457200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OpenMath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Mistral: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810500" y="7143750"/>
            <a:ext cx="457200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OpenAssistant:</a:t>
            </a:r>
            <a:r>
              <a:rPr lang="en-US" sz="21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810500" y="8039100"/>
            <a:ext cx="4572000" cy="7239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GPT4ALL: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100" dirty="0"/>
          </a:p>
        </p:txBody>
      </p:sp>
      <p:sp>
        <p:nvSpPr>
          <p:cNvPr id="19" name="Connector line-1792489776945-293212637"/>
          <p:cNvSpPr/>
          <p:nvPr/>
        </p:nvSpPr>
        <p:spPr>
          <a:xfrm flipV="1">
            <a:off x="5334000" y="3124200"/>
            <a:ext cx="2400300" cy="447675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20" name="Connector line-1792489776945-765799773"/>
          <p:cNvSpPr/>
          <p:nvPr/>
        </p:nvSpPr>
        <p:spPr>
          <a:xfrm>
            <a:off x="5334000" y="3571875"/>
            <a:ext cx="2400300" cy="447675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21" name="Connector line-1792489776945-357419470"/>
          <p:cNvSpPr/>
          <p:nvPr/>
        </p:nvSpPr>
        <p:spPr>
          <a:xfrm flipV="1">
            <a:off x="5334000" y="5314950"/>
            <a:ext cx="2400300" cy="447675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22" name="Connector line-1792489776945-561005242"/>
          <p:cNvSpPr/>
          <p:nvPr/>
        </p:nvSpPr>
        <p:spPr>
          <a:xfrm>
            <a:off x="5334000" y="5762625"/>
            <a:ext cx="2400300" cy="447675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23" name="Connector line-1792489776946-97079848"/>
          <p:cNvSpPr/>
          <p:nvPr/>
        </p:nvSpPr>
        <p:spPr>
          <a:xfrm flipV="1">
            <a:off x="5334000" y="7505700"/>
            <a:ext cx="2400300" cy="447675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24" name="Connector line-1792489776946-615353589"/>
          <p:cNvSpPr/>
          <p:nvPr/>
        </p:nvSpPr>
        <p:spPr>
          <a:xfrm>
            <a:off x="5334000" y="7953375"/>
            <a:ext cx="2400300" cy="447675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25" name="Text 23"/>
          <p:cNvSpPr/>
          <p:nvPr/>
        </p:nvSpPr>
        <p:spPr>
          <a:xfrm>
            <a:off x="13144500" y="2857500"/>
            <a:ext cx="4229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GỐC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144500" y="3286125"/>
            <a:ext cx="42291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3144500" y="4953000"/>
            <a:ext cx="4229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NHÁNH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144500" y="5381625"/>
            <a:ext cx="422910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cho</a:t>
            </a:r>
            <a:r>
              <a:rPr lang="en-US" sz="22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6a6cb25c-7a10-42cf-a686-d418ef2172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HỌ: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800" b="1" spc="28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9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MISTRAL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Mixture-of-Experts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28575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700" dirty="0"/>
          </a:p>
        </p:txBody>
      </p:sp>
      <p:sp>
        <p:nvSpPr>
          <p:cNvPr id="5" name="Connector line-1792489799427-510004933"/>
          <p:cNvSpPr/>
          <p:nvPr/>
        </p:nvSpPr>
        <p:spPr>
          <a:xfrm>
            <a:off x="3848100" y="5238750"/>
            <a:ext cx="12192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143500" y="4286250"/>
            <a:ext cx="3238500" cy="19050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906000" y="2952750"/>
            <a:ext cx="4000500" cy="1047750"/>
          </a:xfrm>
          <a:prstGeom prst="roundRect">
            <a:avLst>
              <a:gd name="adj" fmla="val 1818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Chuyên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906000" y="4714875"/>
            <a:ext cx="40005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Chuyên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khác: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nghỉ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906000" y="6477000"/>
            <a:ext cx="40005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Chuyên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khác: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nghỉ</a:t>
            </a:r>
            <a:endParaRPr lang="en-US" sz="2250" dirty="0"/>
          </a:p>
        </p:txBody>
      </p:sp>
      <p:sp>
        <p:nvSpPr>
          <p:cNvPr id="10" name="Connector line-1792489799438-958279399"/>
          <p:cNvSpPr/>
          <p:nvPr/>
        </p:nvSpPr>
        <p:spPr>
          <a:xfrm flipV="1">
            <a:off x="8458200" y="3524250"/>
            <a:ext cx="1371600" cy="142875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489799438-514532508"/>
          <p:cNvSpPr/>
          <p:nvPr/>
        </p:nvSpPr>
        <p:spPr>
          <a:xfrm>
            <a:off x="8458200" y="5238750"/>
            <a:ext cx="1371600" cy="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2" name="Connector line-1792489799439-772668325"/>
          <p:cNvSpPr/>
          <p:nvPr/>
        </p:nvSpPr>
        <p:spPr>
          <a:xfrm>
            <a:off x="8458200" y="5524500"/>
            <a:ext cx="1371600" cy="142875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3" name="Connector line-1792489799440-427258392"/>
          <p:cNvSpPr/>
          <p:nvPr/>
        </p:nvSpPr>
        <p:spPr>
          <a:xfrm>
            <a:off x="13982700" y="3476625"/>
            <a:ext cx="12192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5278100" y="2952750"/>
            <a:ext cx="2095500" cy="1047750"/>
          </a:xfrm>
          <a:prstGeom prst="roundRect">
            <a:avLst>
              <a:gd name="adj" fmla="val 18182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8191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giỏi,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8abe2fc-cfdb-49e4-92b6-b4b16abf74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800" b="1" spc="28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cứu,</a:t>
            </a:r>
            <a:r>
              <a:rPr lang="en-US" sz="69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7905750" cy="51435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86125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1800" b="1" spc="223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b="1" spc="250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3905250"/>
            <a:ext cx="7143750" cy="4000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spcAft>
                <a:spcPts val="1950"/>
              </a:spcAft>
              <a:buNone/>
            </a:pP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</a:t>
            </a:r>
            <a:r>
              <a:rPr lang="en-US" sz="25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pPr algn="l" indent="0" marL="0">
              <a:lnSpc>
                <a:spcPts val="3315"/>
              </a:lnSpc>
              <a:spcAft>
                <a:spcPts val="1950"/>
              </a:spcAft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task</a:t>
            </a:r>
            <a:endParaRPr lang="en-US" sz="2550" dirty="0"/>
          </a:p>
          <a:p>
            <a:pPr algn="l" indent="0" marL="0">
              <a:lnSpc>
                <a:spcPts val="3315"/>
              </a:lnSpc>
              <a:spcAft>
                <a:spcPts val="1950"/>
              </a:spcAft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Hugging</a:t>
            </a:r>
            <a:r>
              <a:rPr lang="en-US" sz="25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Face</a:t>
            </a:r>
            <a:pPr algn="l" indent="0" marL="0">
              <a:lnSpc>
                <a:spcPts val="3315"/>
              </a:lnSpc>
              <a:spcAft>
                <a:spcPts val="1950"/>
              </a:spcAft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Leaderboard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Artificial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Analysis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467850" y="2952750"/>
            <a:ext cx="7905750" cy="51435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86950" y="3286125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86950" y="3905250"/>
            <a:ext cx="7143750" cy="4000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spcAft>
                <a:spcPts val="1950"/>
              </a:spcAft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pPr algn="l" indent="0" marL="0">
              <a:lnSpc>
                <a:spcPts val="3315"/>
              </a:lnSpc>
              <a:spcAft>
                <a:spcPts val="1950"/>
              </a:spcAft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vọng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8820150" y="5143500"/>
            <a:ext cx="647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→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a0aee42-94a6-4dd5-97c0-7743451d39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6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Bắt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rất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3810000" cy="43815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238500"/>
            <a:ext cx="323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38250" y="4572000"/>
            <a:ext cx="3238500" cy="2571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ai.azure.com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33975" y="2952750"/>
            <a:ext cx="3810000" cy="43815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7825" y="3238500"/>
            <a:ext cx="323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57825" y="4572000"/>
            <a:ext cx="3238500" cy="2571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sưu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Hugging</a:t>
            </a:r>
            <a:r>
              <a:rPr lang="en-US" sz="24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Face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353550" y="2952750"/>
            <a:ext cx="3810000" cy="43815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77400" y="3238500"/>
            <a:ext cx="323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9677400" y="4572000"/>
            <a:ext cx="3238500" cy="2571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task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573125" y="2952750"/>
            <a:ext cx="3800475" cy="4381500"/>
          </a:xfrm>
          <a:prstGeom prst="roundRect">
            <a:avLst>
              <a:gd name="adj" fmla="val 6015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3896975" y="3238500"/>
            <a:ext cx="323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13896975" y="4572000"/>
            <a:ext cx="3238500" cy="2571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vọng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7" name="Connector line-1792489990144-526041852"/>
          <p:cNvSpPr/>
          <p:nvPr/>
        </p:nvSpPr>
        <p:spPr>
          <a:xfrm>
            <a:off x="4762500" y="5143500"/>
            <a:ext cx="333375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8" name="Connector line-1792489990145-366454056"/>
          <p:cNvSpPr/>
          <p:nvPr/>
        </p:nvSpPr>
        <p:spPr>
          <a:xfrm>
            <a:off x="8982075" y="5143500"/>
            <a:ext cx="333375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9" name="Connector line-1792489990145-376557556"/>
          <p:cNvSpPr/>
          <p:nvPr/>
        </p:nvSpPr>
        <p:spPr>
          <a:xfrm>
            <a:off x="13201650" y="5143500"/>
            <a:ext cx="333375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8b2c7f9e-bc69-4de8-a285-da27fefc05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6459200" cy="276225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 mô</a:t>
            </a:r>
            <a:r>
              <a:rPr lang="en-US" sz="54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4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54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</a:t>
            </a:r>
            <a:r>
              <a:rPr lang="en-US" sz="54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khoa.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54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4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54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nhánh,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54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54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4953000"/>
            <a:ext cx="16459200" cy="2857500"/>
          </a:xfrm>
          <a:prstGeom prst="roundRect">
            <a:avLst>
              <a:gd name="adj" fmla="val 9333"/>
            </a:avLst>
          </a:prstGeom>
          <a:solidFill>
            <a:srgbClr val="CFE8E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95300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5286375"/>
            <a:ext cx="1543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28750" y="5762625"/>
            <a:ext cx="1543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BioMistral,</a:t>
            </a:r>
            <a:r>
              <a:rPr lang="en-US" sz="36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36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36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r>
              <a:rPr lang="en-US" sz="36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6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Mistral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28750" y="6572250"/>
            <a:ext cx="154305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 chỉnh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vực,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vọng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cac9450b-77ba-4f04-ade0-8cabf312ac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9337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81100" y="33909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Large</a:t>
            </a:r>
            <a:r>
              <a:rPr lang="en-US" sz="1650" dirty="0" spc="-1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r>
              <a:rPr lang="en-US" sz="165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81100" y="377190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77000" y="2762250"/>
            <a:ext cx="5334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743700" y="29337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OSI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743700" y="33909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1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Source</a:t>
            </a:r>
            <a:r>
              <a:rPr lang="en-US" sz="1650" dirty="0" spc="-6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Initiative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743700" y="377190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4762500"/>
            <a:ext cx="5334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493395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81100" y="53911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Artificial</a:t>
            </a:r>
            <a:r>
              <a:rPr lang="en-US" sz="1650" dirty="0" spc="-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Intelligence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81100" y="577215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tuệ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477000" y="4762500"/>
            <a:ext cx="5334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6743700" y="493395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TII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743700" y="53911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9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Technology</a:t>
            </a:r>
            <a:r>
              <a:rPr lang="en-US" sz="1650" dirty="0" spc="-1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Innovation</a:t>
            </a:r>
            <a:r>
              <a:rPr lang="en-US" sz="1650" dirty="0" spc="-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Institute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743700" y="577215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Viện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1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Falcon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6762750"/>
            <a:ext cx="5334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69342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181100" y="73914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-1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Pre-trained</a:t>
            </a:r>
            <a:r>
              <a:rPr lang="en-US" sz="1650" dirty="0" spc="-2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Transformer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81100" y="777240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</a:t>
            </a:r>
            <a:endParaRPr lang="en-US" sz="2100" dirty="0"/>
          </a:p>
        </p:txBody>
      </p:sp>
      <p:sp>
        <p:nvSpPr>
          <p:cNvPr id="24" name="Connector line-1792489858719-732333128"/>
          <p:cNvSpPr/>
          <p:nvPr/>
        </p:nvSpPr>
        <p:spPr>
          <a:xfrm>
            <a:off x="12382500" y="2762250"/>
            <a:ext cx="0" cy="581025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2858750" y="2762250"/>
            <a:ext cx="4514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58750" y="3286125"/>
            <a:ext cx="4514850" cy="1905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generative-ai-for-beginners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858750" y="4953000"/>
            <a:ext cx="4514850" cy="11430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MIT License,</a:t>
            </a:r>
            <a:r>
              <a:rPr lang="en-US" sz="18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800" dirty="0" spc="-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dirty="0" spc="-7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Corporation.</a:t>
            </a:r>
            <a:r>
              <a:rPr lang="en-US" sz="18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18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c35bc19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c6b94bd2-f9c8-42c7-ab63-54607d3d2a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2026-10-20T09:53:28Z</dcterms:created>
  <dcterms:modified xsi:type="dcterms:W3CDTF">2026-10-20T09:53:28Z</dcterms:modified>
</cp:coreProperties>
</file>