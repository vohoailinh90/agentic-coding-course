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1430000" cy="2505075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4000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-3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tin: làm gì</a:t>
            </a:r>
            <a:r>
              <a:rPr lang="en-US" sz="2550" dirty="0" spc="1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2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dirty="0" spc="-2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4102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578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Ba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59436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57912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Sáu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64770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63246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bước: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giảm,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70104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68580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Bốn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giảm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75438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73914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Công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80772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7924800"/>
            <a:ext cx="1047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Vận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763500" y="2286000"/>
            <a:ext cx="4381500" cy="590550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192125" y="2714625"/>
            <a:ext cx="3524250" cy="5048250"/>
          </a:xfrm>
          <a:prstGeom prst="roundRect">
            <a:avLst>
              <a:gd name="adj" fmla="val 10811"/>
            </a:avLst>
          </a:prstGeom>
          <a:solidFill>
            <a:srgbClr val="1E212B">
              <a:alpha val="80000"/>
            </a:srgbClr>
          </a:solidFill>
          <a:ln w="28575">
            <a:solidFill>
              <a:srgbClr val="3DD6A0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620750" y="3143250"/>
            <a:ext cx="2667000" cy="4191000"/>
          </a:xfrm>
          <a:prstGeom prst="roundRect">
            <a:avLst>
              <a:gd name="adj" fmla="val 11429"/>
            </a:avLst>
          </a:prstGeom>
          <a:solidFill>
            <a:srgbClr val="1E212B">
              <a:alpha val="60000"/>
            </a:srgbClr>
          </a:solidFill>
          <a:ln w="28575">
            <a:solidFill>
              <a:srgbClr val="3DD6A0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49375" y="3571875"/>
            <a:ext cx="1809750" cy="3333750"/>
          </a:xfrm>
          <a:prstGeom prst="roundRect">
            <a:avLst>
              <a:gd name="adj" fmla="val 12632"/>
            </a:avLst>
          </a:prstGeom>
          <a:solidFill>
            <a:srgbClr val="3D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14049375" y="3571875"/>
            <a:ext cx="1809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763500" y="83820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1800" dirty="0" spc="-9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dirty="0" spc="-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b4f55cb-717d-43dc-939f-8d65d77526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524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công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hại. Sau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 biết: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57162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7162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6600825" y="3429000"/>
            <a:ext cx="5076825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600825" y="3429000"/>
            <a:ext cx="5076825" cy="133350"/>
          </a:xfrm>
          <a:prstGeom prst="roundRect">
            <a:avLst>
              <a:gd name="adj" fmla="val 171429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7029450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029450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12058650" y="3429000"/>
            <a:ext cx="5086350" cy="4762500"/>
          </a:xfrm>
          <a:prstGeom prst="roundRect">
            <a:avLst>
              <a:gd name="adj" fmla="val 4800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58650" y="3429000"/>
            <a:ext cx="5086350" cy="133350"/>
          </a:xfrm>
          <a:prstGeom prst="roundRect">
            <a:avLst>
              <a:gd name="adj" fmla="val 171429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487275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487275" y="51435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ba818c7-3d74-4f08-b4a1-b1607350fd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3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thể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16002000" cy="762000"/>
          </a:xfrm>
          <a:prstGeom prst="roundRect">
            <a:avLst>
              <a:gd name="adj" fmla="val 2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9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10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6000" y="314325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100" b="1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11000" y="3143250"/>
            <a:ext cx="514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dirty="0" spc="-3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100" b="1" dirty="0" spc="-1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100" b="1" dirty="0" spc="-3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3905250"/>
            <a:ext cx="16002000" cy="1524000"/>
          </a:xfrm>
          <a:prstGeom prst="rect">
            <a:avLst/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390525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Ảo</a:t>
            </a: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096000" y="3905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0" y="3905250"/>
            <a:ext cx="51435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43000" y="5429250"/>
            <a:ext cx="16002000" cy="1524000"/>
          </a:xfrm>
          <a:prstGeom prst="rect">
            <a:avLst/>
          </a:prstGeom>
          <a:solidFill>
            <a:srgbClr val="F8D9D0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42925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Nội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dung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độc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hại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096000" y="5429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ghét,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bạo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11000" y="5429250"/>
            <a:ext cx="51435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Gây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 cho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6953250"/>
            <a:ext cx="16002000" cy="1524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4000" y="695325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Thiếu</a:t>
            </a:r>
            <a:r>
              <a:rPr lang="en-US" sz="28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096000" y="695325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Thiên lệch,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11000" y="6953250"/>
            <a:ext cx="51435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f31a4be9-3974-47d0-b99d-6042d88901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1143000" y="2857500"/>
            <a:ext cx="10477500" cy="1047750"/>
          </a:xfrm>
          <a:prstGeom prst="roundRect">
            <a:avLst>
              <a:gd name="adj" fmla="val 25455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857500"/>
            <a:ext cx="990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sinh: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"Ai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tàu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Titanic?"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43000" y="4572000"/>
            <a:ext cx="152400" cy="1238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4476750"/>
            <a:ext cx="14859000" cy="2667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9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tin, chi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7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sai.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714500" y="61912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70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sót.</a:t>
            </a:r>
            <a:r>
              <a:rPr lang="en-US" sz="270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7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244e3b37-8777-433b-95cc-7dbfa92e7e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23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314325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314325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609600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600825" y="609600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12058650" y="6096000"/>
            <a:ext cx="5076825" cy="2667000"/>
          </a:xfrm>
          <a:prstGeom prst="roundRect">
            <a:avLst>
              <a:gd name="adj" fmla="val 8571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571625" y="347662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571625" y="44767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29450" y="347662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7029450" y="44767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487275" y="347662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2487275" y="44767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71625" y="642937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571625" y="74295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29450" y="642937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029450" y="74295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bạch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2487275" y="6429375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2487275" y="742950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3" name="Text 31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bb400c2-451e-4e09-93de-cc36784133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giảm,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3333750"/>
            <a:ext cx="4572000" cy="4762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3714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71625" y="4762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300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0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71625" y="552450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endParaRPr lang="en-US" sz="2400" dirty="0"/>
          </a:p>
        </p:txBody>
      </p:sp>
      <p:sp>
        <p:nvSpPr>
          <p:cNvPr id="8" name="Connector line-1792490404796-129338809"/>
          <p:cNvSpPr/>
          <p:nvPr/>
        </p:nvSpPr>
        <p:spPr>
          <a:xfrm>
            <a:off x="5905500" y="5715000"/>
            <a:ext cx="762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0" y="3333750"/>
            <a:ext cx="4572000" cy="4762500"/>
          </a:xfrm>
          <a:prstGeom prst="roundRect">
            <a:avLst>
              <a:gd name="adj" fmla="val 5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7286625" y="3714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286625" y="4762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Giảm</a:t>
            </a:r>
            <a:r>
              <a:rPr lang="en-US" sz="3000" dirty="0" spc="5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000" dirty="0" spc="0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86625" y="552450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lớp:</a:t>
            </a:r>
            <a:r>
              <a:rPr lang="en-US" sz="24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4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00" dirty="0" spc="-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toàn,</a:t>
            </a:r>
            <a:r>
              <a:rPr lang="en-US" sz="2400" dirty="0" spc="-1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metaprompt,</a:t>
            </a:r>
            <a:r>
              <a:rPr lang="en-US" sz="2400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UX</a:t>
            </a:r>
            <a:endParaRPr lang="en-US" sz="2400" dirty="0"/>
          </a:p>
        </p:txBody>
      </p:sp>
      <p:sp>
        <p:nvSpPr>
          <p:cNvPr id="13" name="Connector line-1792490404805-90368672"/>
          <p:cNvSpPr/>
          <p:nvPr/>
        </p:nvSpPr>
        <p:spPr>
          <a:xfrm>
            <a:off x="11620500" y="5715000"/>
            <a:ext cx="762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2573000" y="3333750"/>
            <a:ext cx="4572000" cy="4762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01625" y="3714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001625" y="4762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Vận</a:t>
            </a: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001625" y="552450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Tuân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Text 27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f611019-cd9d-41f4-87e7-24825c1f0d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b="1" spc="27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1950" b="1" spc="23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Giảm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hại theo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 ↓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143000" y="33337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1E212B">
              <a:alpha val="70000"/>
            </a:srgbClr>
          </a:solidFill>
          <a:ln w="19050">
            <a:solidFill>
              <a:srgbClr val="3DD6A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3333750"/>
            <a:ext cx="495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r>
              <a:rPr lang="en-US" sz="2850" dirty="0" spc="-27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 Trải</a:t>
            </a:r>
            <a:r>
              <a:rPr lang="en-US" sz="2850" dirty="0" spc="-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nghiệm</a:t>
            </a:r>
            <a:r>
              <a:rPr lang="en-US" sz="28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(UX)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6667500" y="3333750"/>
            <a:ext cx="10096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2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19250" y="4762500"/>
            <a:ext cx="15049500" cy="1238250"/>
          </a:xfrm>
          <a:prstGeom prst="roundRect">
            <a:avLst>
              <a:gd name="adj" fmla="val 15385"/>
            </a:avLst>
          </a:prstGeom>
          <a:solidFill>
            <a:srgbClr val="1E212B">
              <a:alpha val="80000"/>
            </a:srgbClr>
          </a:solidFill>
          <a:ln w="19050">
            <a:solidFill>
              <a:srgbClr val="3DD6A0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00250" y="47625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r>
              <a:rPr lang="en-US" sz="2850" dirty="0" spc="-1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 Metaprompt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6667500" y="4762500"/>
            <a:ext cx="962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</a:t>
            </a:r>
            <a:r>
              <a:rPr lang="en-US" sz="2400" dirty="0" spc="-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095500" y="6191250"/>
            <a:ext cx="14097000" cy="1238250"/>
          </a:xfrm>
          <a:prstGeom prst="roundRect">
            <a:avLst>
              <a:gd name="adj" fmla="val 15385"/>
            </a:avLst>
          </a:prstGeom>
          <a:solidFill>
            <a:srgbClr val="1E212B">
              <a:alpha val="90000"/>
            </a:srgbClr>
          </a:solidFill>
          <a:ln w="19050">
            <a:solidFill>
              <a:srgbClr val="3DD6A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6500" y="6191250"/>
            <a:ext cx="400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r>
              <a:rPr lang="en-US" sz="28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 Hệ</a:t>
            </a:r>
            <a:r>
              <a:rPr lang="en-US" sz="285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thống</a:t>
            </a:r>
            <a:r>
              <a:rPr lang="en-US" sz="2850" dirty="0" spc="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an</a:t>
            </a:r>
            <a:r>
              <a:rPr lang="en-US" sz="28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toàn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667500" y="619125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 chặn</a:t>
            </a:r>
            <a:r>
              <a:rPr lang="en-US" sz="24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bẻ</a:t>
            </a:r>
            <a:r>
              <a:rPr lang="en-US" sz="24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571750" y="7620000"/>
            <a:ext cx="13144500" cy="1238250"/>
          </a:xfrm>
          <a:prstGeom prst="roundRect">
            <a:avLst>
              <a:gd name="adj" fmla="val 15385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2952750" y="7620000"/>
            <a:ext cx="352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 Mô</a:t>
            </a:r>
            <a:r>
              <a:rPr lang="en-US" sz="28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6667500" y="7620000"/>
            <a:ext cx="8667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mô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Text 26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9e11abeb-1c80-4a87-aa3a-7124e56b80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2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4000500"/>
            <a:ext cx="4191000" cy="2095500"/>
          </a:xfrm>
          <a:prstGeom prst="roundRect">
            <a:avLst>
              <a:gd name="adj" fmla="val 10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40005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Ứng</a:t>
            </a:r>
            <a:r>
              <a:rPr lang="en-US" sz="28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r>
              <a:rPr lang="en-US" sz="28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bạn</a:t>
            </a:r>
            <a:endParaRPr lang="en-US" sz="2850" dirty="0"/>
          </a:p>
        </p:txBody>
      </p:sp>
      <p:sp>
        <p:nvSpPr>
          <p:cNvPr id="6" name="Connector line-1792490437097-565088829"/>
          <p:cNvSpPr/>
          <p:nvPr/>
        </p:nvSpPr>
        <p:spPr>
          <a:xfrm>
            <a:off x="5524500" y="5048250"/>
            <a:ext cx="1428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34000" y="44767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143750" y="3619500"/>
            <a:ext cx="2857500" cy="2857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3619500"/>
            <a:ext cx="2667000" cy="2857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dirty="0" spc="-8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Azure</a:t>
            </a:r>
            <a:r>
              <a:rPr lang="en-US" sz="2400" dirty="0" spc="-1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AI</a:t>
            </a:r>
            <a:r>
              <a:rPr lang="en-US" sz="2400" dirty="0" spc="-11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Content</a:t>
            </a:r>
            <a:r>
              <a:rPr lang="en-US" sz="2400" dirty="0" spc="-12" kern="0">
                <a:solidFill>
                  <a:srgbClr val="FBF8F2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Safety</a:t>
            </a:r>
            <a:endParaRPr lang="en-US" sz="2400" dirty="0"/>
          </a:p>
        </p:txBody>
      </p:sp>
      <p:sp>
        <p:nvSpPr>
          <p:cNvPr id="10" name="Connector line-1792490437103-778464617"/>
          <p:cNvSpPr/>
          <p:nvPr/>
        </p:nvSpPr>
        <p:spPr>
          <a:xfrm flipV="1">
            <a:off x="10096500" y="3714750"/>
            <a:ext cx="1809750" cy="762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1" name="Connector line-1792490437103-791312517"/>
          <p:cNvSpPr/>
          <p:nvPr/>
        </p:nvSpPr>
        <p:spPr>
          <a:xfrm>
            <a:off x="10096500" y="5619750"/>
            <a:ext cx="1809750" cy="762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2096750" y="2857500"/>
            <a:ext cx="504825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77750" y="285750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2096750" y="5619750"/>
            <a:ext cx="504825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2477750" y="561975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143000" y="790575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5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 nhiều.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ad792d04-ab87-4cdc-b9eb-a65000620a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mắt,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2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4476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6000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7524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2952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524000" y="4476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524000" y="6000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524000" y="7524750"/>
            <a:ext cx="95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71750" y="295275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 pháp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571750" y="447675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571750" y="600075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cố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571750" y="752475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lui,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8f5ac95-e623-483a-a343-d56480c21f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có</a:t>
            </a:r>
            <a:r>
              <a:rPr lang="en-US" sz="6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nhiệm,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6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6096000" cy="5334000"/>
          </a:xfrm>
          <a:prstGeom prst="roundRect">
            <a:avLst>
              <a:gd name="adj" fmla="val 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3429000"/>
            <a:ext cx="523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71625" y="4191000"/>
            <a:ext cx="5238750" cy="1905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 Câu</a:t>
            </a:r>
            <a:r>
              <a:rPr lang="en-US" sz="28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7620000" y="3048000"/>
            <a:ext cx="9525000" cy="5334000"/>
          </a:xfrm>
          <a:prstGeom prst="roundRect">
            <a:avLst>
              <a:gd name="adj" fmla="val 4286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8625" y="3429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đúng: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048625" y="4191000"/>
            <a:ext cx="857250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spcAft>
                <a:spcPts val="1500"/>
              </a:spcAft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8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pháp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048625" y="70485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thiên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Text 20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518120d-8c66-4d12-8645-f6aab201dc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481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387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8293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68199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8575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191000" y="28575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225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Intelligence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24000" y="38481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191000" y="38481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4000" y="48387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4191000" y="48387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Retrieval</a:t>
            </a:r>
            <a:r>
              <a:rPr lang="en-US" sz="22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Augmented Generation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24000" y="58293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UX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4191000" y="58293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Experience ·</a:t>
            </a:r>
            <a:r>
              <a:rPr lang="en-US" sz="2250" dirty="0" spc="-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24000" y="68199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4191000" y="68199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809625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38481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3873ec3-e643-4a46-8e4f-8205caacfa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2026-10-20T10:04:20Z</dcterms:created>
  <dcterms:modified xsi:type="dcterms:W3CDTF">2026-10-20T10:04:20Z</dcterms:modified>
</cp:coreProperties>
</file>