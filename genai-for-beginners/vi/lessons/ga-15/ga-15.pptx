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JetBrains Mono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571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RAG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vector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30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chính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bạn?</a:t>
            </a:r>
            <a:endParaRPr lang="en-US" sz="3000" dirty="0"/>
          </a:p>
        </p:txBody>
      </p:sp>
      <p:sp>
        <p:nvSpPr>
          <p:cNvPr id="5" name="Connector line-1792489683582-801967389"/>
          <p:cNvSpPr/>
          <p:nvPr/>
        </p:nvSpPr>
        <p:spPr>
          <a:xfrm>
            <a:off x="914400" y="7524750"/>
            <a:ext cx="8229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62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1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10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0" y="1428750"/>
            <a:ext cx="689610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18288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650" b="1" spc="2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706350" y="17716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477500" y="2800350"/>
            <a:ext cx="689610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1350" y="32004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706350" y="31432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0" y="4171950"/>
            <a:ext cx="689610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01350" y="4572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706350" y="45148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Mẩu,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embedding,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0" y="5543550"/>
            <a:ext cx="689610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1350" y="59436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LẠI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706350" y="58864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vector,</a:t>
            </a:r>
            <a:r>
              <a:rPr lang="en-US" sz="24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477500" y="6915150"/>
            <a:ext cx="6896100" cy="1181100"/>
          </a:xfrm>
          <a:prstGeom prst="roundRect">
            <a:avLst>
              <a:gd name="adj" fmla="val 1612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01350" y="73152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706350" y="72580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đâu,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a856a8c-1969-4767-9e14-2bac091a92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Chatbot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 dùng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 chú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905500" cy="5334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4290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5143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chú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33500" y="5810250"/>
            <a:ext cx="5143500" cy="6858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33500" y="6648450"/>
            <a:ext cx="5143500" cy="6858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7486650"/>
            <a:ext cx="5143500" cy="6858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620000" y="30480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20000" y="371475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400" dirty="0"/>
          </a:p>
        </p:txBody>
      </p:sp>
      <p:sp>
        <p:nvSpPr>
          <p:cNvPr id="12" name="Text 10"/>
          <p:cNvSpPr/>
          <p:nvPr/>
        </p:nvSpPr>
        <p:spPr>
          <a:xfrm>
            <a:off x="8953500" y="3905250"/>
            <a:ext cx="8382000" cy="952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thích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850" dirty="0"/>
          </a:p>
        </p:txBody>
      </p:sp>
      <p:sp>
        <p:nvSpPr>
          <p:cNvPr id="13" name="Connector line-1792488255925-919066578"/>
          <p:cNvSpPr/>
          <p:nvPr/>
        </p:nvSpPr>
        <p:spPr>
          <a:xfrm>
            <a:off x="7620000" y="5143500"/>
            <a:ext cx="9753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620000" y="533400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400" dirty="0"/>
          </a:p>
        </p:txBody>
      </p:sp>
      <p:sp>
        <p:nvSpPr>
          <p:cNvPr id="15" name="Text 13"/>
          <p:cNvSpPr/>
          <p:nvPr/>
        </p:nvSpPr>
        <p:spPr>
          <a:xfrm>
            <a:off x="8953500" y="55245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neo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850" dirty="0"/>
          </a:p>
        </p:txBody>
      </p:sp>
      <p:sp>
        <p:nvSpPr>
          <p:cNvPr id="16" name="Connector line-1792488255933-174152634"/>
          <p:cNvSpPr/>
          <p:nvPr/>
        </p:nvSpPr>
        <p:spPr>
          <a:xfrm>
            <a:off x="7620000" y="6762750"/>
            <a:ext cx="9753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620000" y="6953250"/>
            <a:ext cx="1143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400" dirty="0"/>
          </a:p>
        </p:txBody>
      </p:sp>
      <p:sp>
        <p:nvSpPr>
          <p:cNvPr id="18" name="Text 16"/>
          <p:cNvSpPr/>
          <p:nvPr/>
        </p:nvSpPr>
        <p:spPr>
          <a:xfrm>
            <a:off x="8953500" y="7143750"/>
            <a:ext cx="8382000" cy="952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4c1aff7-a0f0-40f6-89d3-d2050994ae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RAG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 có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hổng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3810000" y="2857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CHUYỆN</a:t>
            </a:r>
            <a:r>
              <a:rPr lang="en-US" sz="19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05750" y="28575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b="1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400050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6096000"/>
            <a:ext cx="2667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-1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810000" y="3714750"/>
            <a:ext cx="3810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5750" y="390525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GPT-4</a:t>
            </a:r>
            <a:r>
              <a:rPr lang="en-US" sz="24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tháng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9/2021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905750" y="3714750"/>
            <a:ext cx="38100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1500" y="390525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10000" y="5810250"/>
            <a:ext cx="3810000" cy="1809750"/>
          </a:xfrm>
          <a:prstGeom prst="roundRect">
            <a:avLst>
              <a:gd name="adj" fmla="val 1263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5750" y="600075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905750" y="5810250"/>
            <a:ext cx="3810000" cy="1809750"/>
          </a:xfrm>
          <a:prstGeom prst="roundRect">
            <a:avLst>
              <a:gd name="adj" fmla="val 1263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1500" y="6000750"/>
            <a:ext cx="3238500" cy="14287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668250" y="2857500"/>
            <a:ext cx="4705350" cy="4762500"/>
          </a:xfrm>
          <a:prstGeom prst="roundRect">
            <a:avLst>
              <a:gd name="adj" fmla="val 5668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049250" y="3190875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18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049250" y="3810000"/>
            <a:ext cx="4000500" cy="3619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spcAft>
                <a:spcPts val="2100"/>
              </a:spcAft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pPr algn="l" indent="0" marL="0">
              <a:lnSpc>
                <a:spcPts val="3315"/>
              </a:lnSpc>
              <a:spcAft>
                <a:spcPts val="2100"/>
              </a:spcAft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endParaRPr lang="en-US" sz="2550" dirty="0"/>
          </a:p>
          <a:p>
            <a:pPr algn="l" indent="0" marL="0">
              <a:lnSpc>
                <a:spcPts val="3315"/>
              </a:lnSpc>
              <a:spcAft>
                <a:spcPts val="2100"/>
              </a:spcAft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Bớt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pPr algn="l" indent="0" marL="0">
              <a:lnSpc>
                <a:spcPts val="3315"/>
              </a:lnSpc>
              <a:spcAft>
                <a:spcPts val="2100"/>
              </a:spcAft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kiểm</a:t>
            </a:r>
            <a:r>
              <a:rPr lang="en-US" sz="25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550" dirty="0"/>
          </a:p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 chỉnh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f4913eed-2294-48a0-9a6b-3a1359d2c5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</a:t>
            </a:r>
            <a:r>
              <a:rPr lang="en-US" sz="1800" b="1" spc="26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28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36195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7147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38250" y="4572000"/>
            <a:ext cx="304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38250" y="5191125"/>
            <a:ext cx="30480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25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mẩu,</a:t>
            </a:r>
            <a:r>
              <a:rPr lang="en-US" sz="225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thành</a:t>
            </a:r>
            <a:r>
              <a:rPr lang="en-US" sz="225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embedding,</a:t>
            </a:r>
            <a:r>
              <a:rPr lang="en-US" sz="2250" dirty="0" spc="16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8" name="Connector line-1792488303827-195293446"/>
          <p:cNvSpPr/>
          <p:nvPr/>
        </p:nvSpPr>
        <p:spPr>
          <a:xfrm>
            <a:off x="4591050" y="5238750"/>
            <a:ext cx="4953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43500" y="3429000"/>
            <a:ext cx="36195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7350" y="37147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67350" y="4572000"/>
            <a:ext cx="304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67350" y="5191125"/>
            <a:ext cx="30480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endParaRPr lang="en-US" sz="2250" dirty="0"/>
          </a:p>
        </p:txBody>
      </p:sp>
      <p:sp>
        <p:nvSpPr>
          <p:cNvPr id="13" name="Connector line-1792488303832-385980526"/>
          <p:cNvSpPr/>
          <p:nvPr/>
        </p:nvSpPr>
        <p:spPr>
          <a:xfrm>
            <a:off x="8820150" y="5238750"/>
            <a:ext cx="4953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72600" y="3429000"/>
            <a:ext cx="36195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6450" y="37147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696450" y="4572000"/>
            <a:ext cx="304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5191125"/>
            <a:ext cx="30480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mẩu</a:t>
            </a:r>
            <a:r>
              <a:rPr lang="en-US" sz="2250" dirty="0" spc="-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quan,</a:t>
            </a:r>
            <a:r>
              <a:rPr lang="en-US" sz="2250" dirty="0" spc="-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14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6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250" dirty="0"/>
          </a:p>
        </p:txBody>
      </p:sp>
      <p:sp>
        <p:nvSpPr>
          <p:cNvPr id="18" name="Connector line-1792488303838-863938276"/>
          <p:cNvSpPr/>
          <p:nvPr/>
        </p:nvSpPr>
        <p:spPr>
          <a:xfrm>
            <a:off x="13049250" y="5238750"/>
            <a:ext cx="4953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601700" y="3429000"/>
            <a:ext cx="3771900" cy="3619500"/>
          </a:xfrm>
          <a:prstGeom prst="roundRect">
            <a:avLst>
              <a:gd name="adj" fmla="val 7368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925550" y="3714750"/>
            <a:ext cx="3143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13925550" y="45720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925550" y="5191125"/>
            <a:ext cx="314325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14400" y="7620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400" dirty="0" spc="-2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7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"neo"</a:t>
            </a:r>
            <a:r>
              <a:rPr lang="en-US" sz="2400" dirty="0" spc="-1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4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04/11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a1c7898e-a37f-445a-a2f7-4b03fbcf28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mẩu,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cất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2857500" cy="3810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3857625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200150" y="4476750"/>
            <a:ext cx="2286000" cy="171450"/>
          </a:xfrm>
          <a:prstGeom prst="roundRect">
            <a:avLst>
              <a:gd name="adj" fmla="val 50000"/>
            </a:avLst>
          </a:prstGeom>
          <a:solidFill>
            <a:srgbClr val="DDD5C1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4810125"/>
            <a:ext cx="1905000" cy="171450"/>
          </a:xfrm>
          <a:prstGeom prst="roundRect">
            <a:avLst>
              <a:gd name="adj" fmla="val 50000"/>
            </a:avLst>
          </a:prstGeom>
          <a:solidFill>
            <a:srgbClr val="DDD5C1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5143500"/>
            <a:ext cx="2190750" cy="171450"/>
          </a:xfrm>
          <a:prstGeom prst="roundRect">
            <a:avLst>
              <a:gd name="adj" fmla="val 50000"/>
            </a:avLst>
          </a:prstGeom>
          <a:solidFill>
            <a:srgbClr val="DDD5C1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5476875"/>
            <a:ext cx="1714500" cy="171450"/>
          </a:xfrm>
          <a:prstGeom prst="roundRect">
            <a:avLst>
              <a:gd name="adj" fmla="val 50000"/>
            </a:avLst>
          </a:prstGeom>
          <a:solidFill>
            <a:srgbClr val="DDD5C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5810250"/>
            <a:ext cx="2095500" cy="171450"/>
          </a:xfrm>
          <a:prstGeom prst="roundRect">
            <a:avLst>
              <a:gd name="adj" fmla="val 50000"/>
            </a:avLst>
          </a:prstGeom>
          <a:solidFill>
            <a:srgbClr val="DDD5C1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6143625"/>
            <a:ext cx="1524000" cy="171450"/>
          </a:xfrm>
          <a:prstGeom prst="roundRect">
            <a:avLst>
              <a:gd name="adj" fmla="val 50000"/>
            </a:avLst>
          </a:prstGeom>
          <a:solidFill>
            <a:srgbClr val="DDD5C1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6477000"/>
            <a:ext cx="2000250" cy="171450"/>
          </a:xfrm>
          <a:prstGeom prst="roundRect">
            <a:avLst>
              <a:gd name="adj" fmla="val 50000"/>
            </a:avLst>
          </a:prstGeom>
          <a:solidFill>
            <a:srgbClr val="DDD5C1"/>
          </a:solidFill>
          <a:ln/>
        </p:spPr>
      </p:sp>
      <p:sp>
        <p:nvSpPr>
          <p:cNvPr id="13" name="Text 11"/>
          <p:cNvSpPr/>
          <p:nvPr/>
        </p:nvSpPr>
        <p:spPr>
          <a:xfrm>
            <a:off x="5334000" y="3524250"/>
            <a:ext cx="28575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Mẩu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34000" y="5000625"/>
            <a:ext cx="28575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Mẩu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334000" y="6477000"/>
            <a:ext cx="2857500" cy="1047750"/>
          </a:xfrm>
          <a:prstGeom prst="roundRect">
            <a:avLst>
              <a:gd name="adj" fmla="val 18182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Mẩu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400" dirty="0"/>
          </a:p>
        </p:txBody>
      </p:sp>
      <p:sp>
        <p:nvSpPr>
          <p:cNvPr id="16" name="Connector line-1792488325592-433416695"/>
          <p:cNvSpPr/>
          <p:nvPr/>
        </p:nvSpPr>
        <p:spPr>
          <a:xfrm flipV="1">
            <a:off x="3810000" y="4048125"/>
            <a:ext cx="1447800" cy="1476375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17" name="Connector line-1792488325593-190364400"/>
          <p:cNvSpPr/>
          <p:nvPr/>
        </p:nvSpPr>
        <p:spPr>
          <a:xfrm>
            <a:off x="3810000" y="5524500"/>
            <a:ext cx="14478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18" name="Connector line-1792488325593-350688460"/>
          <p:cNvSpPr/>
          <p:nvPr/>
        </p:nvSpPr>
        <p:spPr>
          <a:xfrm>
            <a:off x="3810000" y="5524500"/>
            <a:ext cx="1447800" cy="1476375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19" name="Shape 17"/>
          <p:cNvSpPr/>
          <p:nvPr/>
        </p:nvSpPr>
        <p:spPr>
          <a:xfrm>
            <a:off x="9810750" y="376237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9850" y="376237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14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48950" y="376237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68050" y="376237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87150" y="376237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1906250" y="376237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9810750" y="5238750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29850" y="5238750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48950" y="5238750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68050" y="5238750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87150" y="5238750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906250" y="5238750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31" name="Shape 29"/>
          <p:cNvSpPr/>
          <p:nvPr/>
        </p:nvSpPr>
        <p:spPr>
          <a:xfrm>
            <a:off x="9810750" y="671512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DDD5C1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29850" y="671512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48950" y="671512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068050" y="671512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DDD5C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671512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36" name="Shape 34"/>
          <p:cNvSpPr/>
          <p:nvPr/>
        </p:nvSpPr>
        <p:spPr>
          <a:xfrm>
            <a:off x="11906250" y="6715125"/>
            <a:ext cx="304800" cy="571500"/>
          </a:xfrm>
          <a:prstGeom prst="roundRect">
            <a:avLst>
              <a:gd name="adj" fmla="val 18750"/>
            </a:avLst>
          </a:prstGeom>
          <a:solidFill>
            <a:srgbClr val="14161C"/>
          </a:solidFill>
          <a:ln/>
        </p:spPr>
      </p:sp>
      <p:sp>
        <p:nvSpPr>
          <p:cNvPr id="37" name="Connector line-1792488325601-433028257"/>
          <p:cNvSpPr/>
          <p:nvPr/>
        </p:nvSpPr>
        <p:spPr>
          <a:xfrm>
            <a:off x="8267700" y="4048125"/>
            <a:ext cx="14287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38" name="Connector line-1792488325601-917968803"/>
          <p:cNvSpPr/>
          <p:nvPr/>
        </p:nvSpPr>
        <p:spPr>
          <a:xfrm>
            <a:off x="8267700" y="5524500"/>
            <a:ext cx="14287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39" name="Connector line-1792488325601-630986588"/>
          <p:cNvSpPr/>
          <p:nvPr/>
        </p:nvSpPr>
        <p:spPr>
          <a:xfrm>
            <a:off x="8267700" y="7000875"/>
            <a:ext cx="14287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40" name="Text 38"/>
          <p:cNvSpPr/>
          <p:nvPr/>
        </p:nvSpPr>
        <p:spPr>
          <a:xfrm>
            <a:off x="9810750" y="77152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EMBEDDING</a:t>
            </a:r>
            <a:endParaRPr lang="en-US" sz="1950" dirty="0"/>
          </a:p>
        </p:txBody>
      </p:sp>
      <p:sp>
        <p:nvSpPr>
          <p:cNvPr id="41" name="Connector line-1792488325603-643489137"/>
          <p:cNvSpPr/>
          <p:nvPr/>
        </p:nvSpPr>
        <p:spPr>
          <a:xfrm>
            <a:off x="12382500" y="4048125"/>
            <a:ext cx="1333500" cy="1285875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42" name="Connector line-1792488325603-18770518"/>
          <p:cNvSpPr/>
          <p:nvPr/>
        </p:nvSpPr>
        <p:spPr>
          <a:xfrm>
            <a:off x="12382500" y="5524500"/>
            <a:ext cx="13335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43" name="Connector line-1792488325603-618204622"/>
          <p:cNvSpPr/>
          <p:nvPr/>
        </p:nvSpPr>
        <p:spPr>
          <a:xfrm flipV="1">
            <a:off x="12382500" y="5715000"/>
            <a:ext cx="1333500" cy="1285875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44" name="Text 42"/>
          <p:cNvSpPr/>
          <p:nvPr/>
        </p:nvSpPr>
        <p:spPr>
          <a:xfrm>
            <a:off x="13811250" y="4191000"/>
            <a:ext cx="3562350" cy="2667000"/>
          </a:xfrm>
          <a:prstGeom prst="roundRect">
            <a:avLst>
              <a:gd name="adj" fmla="val 1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914400" y="8286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hạn, nên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 giống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05/11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e72a364c-eebc-4bce-bd54-18dfeb5c5a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khóa,</a:t>
            </a: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vector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3143250"/>
          </a:xfrm>
          <a:prstGeom prst="roundRect">
            <a:avLst>
              <a:gd name="adj" fmla="val 84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381375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THEO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333500" y="46672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63100" y="3048000"/>
            <a:ext cx="7810500" cy="3143250"/>
          </a:xfrm>
          <a:prstGeom prst="roundRect">
            <a:avLst>
              <a:gd name="adj" fmla="val 8485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2200" y="3381375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THEO</a:t>
            </a:r>
            <a:r>
              <a:rPr lang="en-US" sz="1800" b="1" spc="2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82200" y="39052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33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982200" y="46672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có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8724900" y="4191000"/>
            <a:ext cx="838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14400" y="65722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(hybrid): dùng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hai.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8001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 giống?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68f0561-34a6-4eaa-850d-3fb40d2de8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 ĐỘ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Gần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giống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9286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 đo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Đo</a:t>
                      </a:r>
                      <a:r>
                        <a:rPr lang="en-US" sz="25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Cosine</a:t>
                      </a:r>
                      <a:r>
                        <a:rPr lang="en-US" sz="25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similarity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Góc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giữa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vector.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Phổ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biến</a:t>
                      </a:r>
                      <a:r>
                        <a:rPr lang="en-US" sz="255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Khoảng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cách Euclid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Đường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thẳng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 hai</a:t>
                      </a:r>
                      <a:r>
                        <a:rPr lang="en-US" sz="2550" dirty="0" spc="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5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vector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Tích</a:t>
                      </a:r>
                      <a:r>
                        <a:rPr lang="en-US" sz="255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vô</a:t>
                      </a:r>
                      <a:r>
                        <a:rPr lang="en-US" sz="25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hướng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Cộng tích</a:t>
                      </a:r>
                      <a:r>
                        <a:rPr lang="en-US" sz="255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cặp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tử</a:t>
                      </a:r>
                      <a:endParaRPr lang="en-US" sz="1200" dirty="0"/>
                    </a:p>
                  </a:txBody>
                  <a:tcPr marL="228600" marR="228600" marT="228600" marB="2286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048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6" name="Text 3"/>
          <p:cNvSpPr/>
          <p:nvPr/>
        </p:nvSpPr>
        <p:spPr>
          <a:xfrm>
            <a:off x="1295400" y="728662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95400" y="7715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55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lớn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9372600" y="7048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9" name="Text 6"/>
          <p:cNvSpPr/>
          <p:nvPr/>
        </p:nvSpPr>
        <p:spPr>
          <a:xfrm>
            <a:off x="9753600" y="728662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XẾP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753600" y="77152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Mẩu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quan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07/11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6737576-e2b8-4f7b-9a4e-6929dd1ef0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264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676400" y="32385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endParaRPr lang="en-US" sz="2550" dirty="0"/>
          </a:p>
        </p:txBody>
      </p:sp>
      <p:sp>
        <p:nvSpPr>
          <p:cNvPr id="6" name="Connector line-1792489714100-836135687"/>
          <p:cNvSpPr/>
          <p:nvPr/>
        </p:nvSpPr>
        <p:spPr>
          <a:xfrm>
            <a:off x="914400" y="4048125"/>
            <a:ext cx="51435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42862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676400" y="43815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9" name="Connector line-1792489714105-870899688"/>
          <p:cNvSpPr/>
          <p:nvPr/>
        </p:nvSpPr>
        <p:spPr>
          <a:xfrm>
            <a:off x="914400" y="5191125"/>
            <a:ext cx="51435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14400" y="54292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676400" y="55245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mẩu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550" dirty="0"/>
          </a:p>
        </p:txBody>
      </p:sp>
      <p:sp>
        <p:nvSpPr>
          <p:cNvPr id="12" name="Connector line-1792489714111-672817263"/>
          <p:cNvSpPr/>
          <p:nvPr/>
        </p:nvSpPr>
        <p:spPr>
          <a:xfrm>
            <a:off x="914400" y="6334125"/>
            <a:ext cx="51435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14400" y="65722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676400" y="6667500"/>
            <a:ext cx="438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6667500" y="3048000"/>
            <a:ext cx="10706100" cy="4381500"/>
          </a:xfrm>
          <a:prstGeom prst="roundRect">
            <a:avLst>
              <a:gd name="adj" fmla="val 5217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8500" y="3381375"/>
            <a:ext cx="10001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</a:t>
            </a:r>
            <a:r>
              <a:rPr lang="en-US" sz="1650" b="1" spc="216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1650" b="1" spc="228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048500" y="3905250"/>
            <a:ext cx="10096500" cy="3238500"/>
          </a:xfrm>
          <a:prstGeom prst="rect">
            <a:avLst/>
          </a:prstGeom>
          <a:noFill/>
          <a:ln/>
        </p:spPr>
        <p:txBody>
          <a:bodyPr wrap="square" lIns="0" tIns="-10668" rIns="0" bIns="10668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</a:t>
            </a: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create_embeddings(user_input)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dist,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idx =</a:t>
            </a: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nbrs.kneighbors([q])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history</a:t>
            </a:r>
            <a:r>
              <a:rPr lang="en-US" sz="2100" dirty="0" spc="-4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[df['chunks'].iloc[i]</a:t>
            </a:r>
            <a:r>
              <a:rPr lang="en-US" sz="2100" dirty="0" spc="0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for</a:t>
            </a: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</a:t>
            </a: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idx[0]]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history.append(user_input)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="\n\n".join(history)</a:t>
            </a:r>
            <a:endParaRPr lang="en-US" sz="21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r>
              <a:rPr lang="en-US" sz="2100" dirty="0" spc="-4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</a:t>
            </a:r>
            <a:r>
              <a:rPr lang="en-US" sz="2100" dirty="0" spc="-3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client.responses.create(model=...,</a:t>
            </a:r>
            <a:r>
              <a:rPr lang="en-US" sz="2100" dirty="0" spc="-1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input=prompt)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8096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dirty="0" spc="-7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"what</a:t>
            </a:r>
            <a:r>
              <a:rPr lang="en-US" sz="2400" dirty="0" spc="-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2400" dirty="0" spc="3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400" dirty="0" spc="-15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perceptron?":</a:t>
            </a:r>
            <a:r>
              <a:rPr lang="en-US" sz="2400" dirty="0" spc="-22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4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0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1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400" dirty="0" spc="-17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19" kern="0">
                <a:solidFill>
                  <a:srgbClr val="B8BB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perceptron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08/11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40f189f-26c1-45dc-a7d4-6b85e9a5a2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3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b="1" spc="25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đâu,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 nào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8862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52750"/>
            <a:ext cx="388620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333750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38250" y="4000500"/>
            <a:ext cx="32385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 viên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05400" y="2952750"/>
            <a:ext cx="38862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5400" y="2952750"/>
            <a:ext cx="388620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429250" y="3333750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29250" y="4000500"/>
            <a:ext cx="32385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Phim,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nhau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96400" y="2952750"/>
            <a:ext cx="38862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96400" y="2952750"/>
            <a:ext cx="388620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0" y="3333750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620250" y="4000500"/>
            <a:ext cx="32385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87400" y="2952750"/>
            <a:ext cx="38862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487400" y="2952750"/>
            <a:ext cx="388620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13811250" y="3333750"/>
            <a:ext cx="3238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3811250" y="4000500"/>
            <a:ext cx="32385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bằng embedding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14400" y="62865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676275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05400" y="676275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Bám dữ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96400" y="676275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487400" y="6762750"/>
            <a:ext cx="3886200" cy="8572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Trôi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09/11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38fdd56-d15c-41c5-88c6-740ac5cdba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6459200" cy="276225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Sổ</a:t>
            </a:r>
            <a:r>
              <a:rPr lang="en-US" sz="54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54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4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kho,</a:t>
            </a:r>
            <a:r>
              <a:rPr lang="en-US" sz="5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chatbot</a:t>
            </a:r>
            <a:r>
              <a:rPr lang="en-US" sz="54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54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54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r>
              <a:rPr lang="en-US" sz="54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 phẩm</a:t>
            </a:r>
            <a:r>
              <a:rPr lang="en-US" sz="54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mới.</a:t>
            </a: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54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4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4953000"/>
            <a:ext cx="164592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95300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5286375"/>
            <a:ext cx="1543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8750" y="5762625"/>
            <a:ext cx="1543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36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36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36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28750" y="6572250"/>
            <a:ext cx="154305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Mẩu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LLM 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kiến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719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10/11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4463fd6-fff4-4448-80ea-6e26981e22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9527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81100" y="34099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Retrieval</a:t>
            </a:r>
            <a:r>
              <a:rPr lang="en-US" sz="1650" dirty="0" spc="-1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Augmented Generation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1100" y="38100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743700" y="295275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743700" y="34099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165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165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43700" y="381000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953000"/>
            <a:ext cx="5334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5143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81100" y="5600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Artificial</a:t>
            </a:r>
            <a:r>
              <a:rPr lang="en-US" sz="165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Intelligence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1100" y="60007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Trí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477000" y="4953000"/>
            <a:ext cx="5334000" cy="2000250"/>
          </a:xfrm>
          <a:prstGeom prst="roundRect">
            <a:avLst>
              <a:gd name="adj" fmla="val 9524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743700" y="5143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NLP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743700" y="5600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Natural</a:t>
            </a:r>
            <a:r>
              <a:rPr lang="en-US" sz="165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165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43700" y="60007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tự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100" dirty="0"/>
          </a:p>
        </p:txBody>
      </p:sp>
      <p:sp>
        <p:nvSpPr>
          <p:cNvPr id="20" name="Connector line-1792488482732-805137404"/>
          <p:cNvSpPr/>
          <p:nvPr/>
        </p:nvSpPr>
        <p:spPr>
          <a:xfrm>
            <a:off x="12382500" y="2762250"/>
            <a:ext cx="0" cy="58102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2858750" y="2762250"/>
            <a:ext cx="4514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58750" y="3286125"/>
            <a:ext cx="4514850" cy="1905000"/>
          </a:xfrm>
          <a:prstGeom prst="rect">
            <a:avLst/>
          </a:prstGeom>
          <a:noFill/>
          <a:ln/>
        </p:spPr>
        <p:txBody>
          <a:bodyPr wrap="square" lIns="0" tIns="7010" rIns="0" bIns="-701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84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4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4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4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 của</a:t>
            </a:r>
            <a:r>
              <a:rPr lang="en-US" sz="184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microsoft/generative-ai-for-beginners</a:t>
            </a:r>
            <a:endParaRPr lang="en-US" sz="1840" dirty="0"/>
          </a:p>
        </p:txBody>
      </p:sp>
      <p:sp>
        <p:nvSpPr>
          <p:cNvPr id="23" name="Text 21"/>
          <p:cNvSpPr/>
          <p:nvPr/>
        </p:nvSpPr>
        <p:spPr>
          <a:xfrm>
            <a:off x="12858750" y="4953000"/>
            <a:ext cx="451485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 License,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Corporation.</a:t>
            </a: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8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338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11/11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028ca69e-f014-477b-861c-67926cbc60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2026-10-20T09:48:58Z</dcterms:created>
  <dcterms:modified xsi:type="dcterms:W3CDTF">2026-10-20T09:48:58Z</dcterms:modified>
</cp:coreProperties>
</file>