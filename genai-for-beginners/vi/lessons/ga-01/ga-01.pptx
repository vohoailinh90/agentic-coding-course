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1906250" cy="3238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81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38100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6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5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5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6400800"/>
            <a:ext cx="171450" cy="1714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626745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AI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sinh: nói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lại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6953250"/>
            <a:ext cx="171450" cy="1714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68199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2550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Từ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7505700"/>
            <a:ext cx="171450" cy="1714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737235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LLM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8058150"/>
            <a:ext cx="171450" cy="1714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485900" y="792480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Prompt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8610600"/>
            <a:ext cx="171450" cy="1714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485900" y="8477250"/>
            <a:ext cx="1095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Giới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716000" y="23812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 kế tiếp 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0" y="2857500"/>
            <a:ext cx="3429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716000" y="4000500"/>
            <a:ext cx="3429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716000" y="5143500"/>
            <a:ext cx="3429000" cy="914400"/>
          </a:xfrm>
          <a:prstGeom prst="roundRect">
            <a:avLst>
              <a:gd name="adj" fmla="val 20833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716000" y="6286500"/>
            <a:ext cx="3429000" cy="914400"/>
          </a:xfrm>
          <a:prstGeom prst="roundRect">
            <a:avLst>
              <a:gd name="adj" fmla="val 20833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716000" y="7429500"/>
            <a:ext cx="3429000" cy="914400"/>
          </a:xfrm>
          <a:prstGeom prst="roundRect">
            <a:avLst>
              <a:gd name="adj" fmla="val 20833"/>
            </a:avLst>
          </a:prstGeom>
          <a:noFill/>
          <a:ln w="28575">
            <a:solidFill>
              <a:srgbClr val="FF6A4D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99d214c-1375-493a-af6c-d57e09ed49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chân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startup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sẽ: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3714750" cy="47625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42900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905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24000" y="5143500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38750" y="3429000"/>
            <a:ext cx="3714750" cy="47625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238750" y="342900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619750" y="3905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619750" y="5143500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 đầu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0" y="3429000"/>
            <a:ext cx="3714750" cy="47625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34500" y="342900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3905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715500" y="5143500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430250" y="3429000"/>
            <a:ext cx="3714750" cy="47625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430250" y="342900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3811250" y="39052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3811250" y="5143500"/>
            <a:ext cx="3048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18ca471-394b-477d-98be-5ffb4004dd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23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 bằng</a:t>
            </a:r>
            <a:r>
              <a:rPr lang="en-US" sz="7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lời,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810000"/>
            <a:ext cx="43815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41910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24000" y="4762500"/>
            <a:ext cx="3619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 viết,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850" dirty="0"/>
          </a:p>
        </p:txBody>
      </p:sp>
      <p:sp>
        <p:nvSpPr>
          <p:cNvPr id="7" name="Connector line-1792487860396-279729903"/>
          <p:cNvSpPr/>
          <p:nvPr/>
        </p:nvSpPr>
        <p:spPr>
          <a:xfrm>
            <a:off x="5715000" y="5238750"/>
            <a:ext cx="1047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53250" y="3810000"/>
            <a:ext cx="4381500" cy="28575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334250" y="41910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34250" y="4762500"/>
            <a:ext cx="3619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8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850" dirty="0" spc="-3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 hình</a:t>
            </a:r>
            <a:r>
              <a:rPr lang="en-US" sz="285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1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850" dirty="0"/>
          </a:p>
        </p:txBody>
      </p:sp>
      <p:sp>
        <p:nvSpPr>
          <p:cNvPr id="11" name="Connector line-1792487860402-245808688"/>
          <p:cNvSpPr/>
          <p:nvPr/>
        </p:nvSpPr>
        <p:spPr>
          <a:xfrm>
            <a:off x="11525250" y="5238750"/>
            <a:ext cx="1047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63500" y="3810000"/>
            <a:ext cx="43815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44500" y="419100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COMPLETION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44500" y="4762500"/>
            <a:ext cx="3619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1143000" y="7429500"/>
            <a:ext cx="160020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7429500"/>
            <a:ext cx="1524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SQL: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dùng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690de83-6a80-4875-8140-5e7530949a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6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195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hàng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chục năm</a:t>
            </a:r>
            <a:endParaRPr lang="en-US" sz="7200" dirty="0"/>
          </a:p>
        </p:txBody>
      </p:sp>
      <p:sp>
        <p:nvSpPr>
          <p:cNvPr id="4" name="Connector line-1792487880057-490876141"/>
          <p:cNvSpPr/>
          <p:nvPr/>
        </p:nvSpPr>
        <p:spPr>
          <a:xfrm>
            <a:off x="1143000" y="4476750"/>
            <a:ext cx="16002000" cy="0"/>
          </a:xfrm>
          <a:prstGeom prst="line">
            <a:avLst/>
          </a:prstGeom>
          <a:noFill/>
          <a:ln w="3810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33500" y="4286250"/>
            <a:ext cx="381000" cy="381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0" y="4286250"/>
            <a:ext cx="381000" cy="381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000" y="4286250"/>
            <a:ext cx="381000" cy="381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620750" y="4286250"/>
            <a:ext cx="381000" cy="381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38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1960s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38750" y="3238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1990s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334500" y="3238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Gần</a:t>
            </a:r>
            <a:r>
              <a:rPr lang="en-US" sz="42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430250" y="3238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Ngày</a:t>
            </a: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nay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143000" y="5143500"/>
            <a:ext cx="3714750" cy="323850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5429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 phím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28750" y="6096000"/>
            <a:ext cx="3143250" cy="2095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8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kiến</a:t>
            </a:r>
            <a:r>
              <a:rPr lang="en-US" sz="2250" dirty="0" spc="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250" dirty="0" spc="-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5238750" y="5143500"/>
            <a:ext cx="3714750" cy="323850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5524500" y="5429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524500" y="6096000"/>
            <a:ext cx="3143250" cy="2095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34500" y="5143500"/>
            <a:ext cx="3714750" cy="323850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0" y="5429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RNN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620250" y="6096000"/>
            <a:ext cx="3143250" cy="2095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cảnh;</a:t>
            </a:r>
            <a:r>
              <a:rPr lang="en-US" sz="2250" dirty="0" spc="-2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250" dirty="0" spc="-3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3430250" y="5143500"/>
            <a:ext cx="3714750" cy="323850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0" y="5429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Transformer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3716000" y="6096000"/>
            <a:ext cx="3143250" cy="2095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hơn;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LLM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6" name="Text 34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ad13e448-293f-4f0c-8f18-2efe2b706e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6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195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lồng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4191000"/>
            <a:ext cx="6096000" cy="2857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của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572500" y="1047750"/>
            <a:ext cx="8572500" cy="7810500"/>
          </a:xfrm>
          <a:prstGeom prst="roundRect">
            <a:avLst>
              <a:gd name="adj" fmla="val 487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48750" y="13811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4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4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(AI)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239250" y="2095500"/>
            <a:ext cx="7239000" cy="6477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3812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06000" y="3143250"/>
            <a:ext cx="5905500" cy="5143500"/>
          </a:xfrm>
          <a:prstGeom prst="roundRect">
            <a:avLst>
              <a:gd name="adj" fmla="val 5185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0382250" y="34290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572750" y="4191000"/>
            <a:ext cx="4572000" cy="38100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0" y="4191000"/>
            <a:ext cx="457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4200" dirty="0" spc="-3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4200" dirty="0" spc="-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Text 22"/>
          <p:cNvSpPr/>
          <p:nvPr/>
        </p:nvSpPr>
        <p:spPr>
          <a:xfrm>
            <a:off x="3848100" y="942975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7ddf6ee-b364-486a-84c2-97604ac72e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95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2952750"/>
            <a:ext cx="3429000" cy="762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810500" y="2952750"/>
            <a:ext cx="3429000" cy="762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Tokenizer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0" y="2952750"/>
            <a:ext cx="3429000" cy="762000"/>
          </a:xfrm>
          <a:prstGeom prst="roundRect">
            <a:avLst>
              <a:gd name="adj" fmla="val 2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7" name="Connector line-1792489670410-643298939"/>
          <p:cNvSpPr/>
          <p:nvPr/>
        </p:nvSpPr>
        <p:spPr>
          <a:xfrm>
            <a:off x="4000500" y="3714750"/>
            <a:ext cx="0" cy="5334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8" name="Connector line-1792489670411-644959300"/>
          <p:cNvSpPr/>
          <p:nvPr/>
        </p:nvSpPr>
        <p:spPr>
          <a:xfrm>
            <a:off x="9525000" y="3714750"/>
            <a:ext cx="0" cy="5334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9" name="Connector line-1792489670411-615783525"/>
          <p:cNvSpPr/>
          <p:nvPr/>
        </p:nvSpPr>
        <p:spPr>
          <a:xfrm>
            <a:off x="15049500" y="3714750"/>
            <a:ext cx="0" cy="5334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191000" y="400050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11" name="Connector line-1792489670414-913052436"/>
          <p:cNvSpPr/>
          <p:nvPr/>
        </p:nvSpPr>
        <p:spPr>
          <a:xfrm>
            <a:off x="4095750" y="4524375"/>
            <a:ext cx="5286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9715500" y="4953000"/>
            <a:ext cx="514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(token)</a:t>
            </a:r>
            <a:endParaRPr lang="en-US" sz="2250" dirty="0"/>
          </a:p>
        </p:txBody>
      </p:sp>
      <p:sp>
        <p:nvSpPr>
          <p:cNvPr id="13" name="Connector line-1792489670417-809580446"/>
          <p:cNvSpPr/>
          <p:nvPr/>
        </p:nvSpPr>
        <p:spPr>
          <a:xfrm>
            <a:off x="9620250" y="5476875"/>
            <a:ext cx="5286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13811250" y="5905500"/>
            <a:ext cx="2476500" cy="666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 1</a:t>
            </a: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100" dirty="0"/>
          </a:p>
        </p:txBody>
      </p:sp>
      <p:sp>
        <p:nvSpPr>
          <p:cNvPr id="15" name="Connector line-1792489670420-728952897"/>
          <p:cNvSpPr/>
          <p:nvPr/>
        </p:nvSpPr>
        <p:spPr>
          <a:xfrm>
            <a:off x="16287750" y="6238875"/>
            <a:ext cx="7620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6" name="Connector line-1792489670420-692363190"/>
          <p:cNvSpPr/>
          <p:nvPr/>
        </p:nvSpPr>
        <p:spPr>
          <a:xfrm>
            <a:off x="17049750" y="6238875"/>
            <a:ext cx="0" cy="10953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7" name="Connector line-1792489670420-849096992"/>
          <p:cNvSpPr/>
          <p:nvPr/>
        </p:nvSpPr>
        <p:spPr>
          <a:xfrm flipH="1">
            <a:off x="15240000" y="7334250"/>
            <a:ext cx="18097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9715500" y="6953250"/>
            <a:ext cx="5143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r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100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100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100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191000" y="7905750"/>
            <a:ext cx="1066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dài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endParaRPr lang="en-US" sz="2250" dirty="0"/>
          </a:p>
        </p:txBody>
      </p:sp>
      <p:sp>
        <p:nvSpPr>
          <p:cNvPr id="20" name="Connector line-1792489670425-275826424"/>
          <p:cNvSpPr/>
          <p:nvPr/>
        </p:nvSpPr>
        <p:spPr>
          <a:xfrm flipH="1">
            <a:off x="4143375" y="8477250"/>
            <a:ext cx="10810875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lgDash"/>
            <a:headEnd type="none"/>
            <a:tailEnd type="triangle" w="lg" len="lg"/>
          </a:ln>
        </p:spPr>
      </p:sp>
      <p:sp>
        <p:nvSpPr>
          <p:cNvPr id="21" name="Shape 1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Text 30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b44335e-87b5-48ff-94b1-85787b0f68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2381250"/>
            <a:ext cx="152400" cy="24765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2286000"/>
            <a:ext cx="14859000" cy="4191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8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prompt,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84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84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 khác</a:t>
            </a:r>
            <a:r>
              <a:rPr lang="en-US" sz="8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714500" y="68580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chọn</a:t>
            </a:r>
            <a:r>
              <a:rPr lang="en-US" sz="2700" dirty="0" spc="-3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-2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700" dirty="0" spc="-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700" dirty="0" spc="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70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2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temperature.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45ed895-819c-4314-a876-71e7642891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spc="2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r>
              <a:rPr lang="en-US" sz="72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4290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381250" y="34290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24000" y="42862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0" y="304800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0" y="34290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572750" y="34290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15500" y="42862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như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43000" y="61912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6572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381250" y="657225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30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742950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0" y="61912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6572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572750" y="657225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15500" y="742950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e4163b1-9071-48b1-bcb8-96bd650622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nháp</a:t>
            </a:r>
            <a:r>
              <a:rPr lang="en-US" sz="7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tốt,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9250" y="3476625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3000" dirty="0"/>
          </a:p>
        </p:txBody>
      </p:sp>
      <p:sp>
        <p:nvSpPr>
          <p:cNvPr id="6" name="Text richtext-1792489710201-487541718"/>
          <p:cNvSpPr/>
          <p:nvPr/>
        </p:nvSpPr>
        <p:spPr>
          <a:xfrm>
            <a:off x="1619250" y="4286250"/>
            <a:ext cx="6858000" cy="4191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nặng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nhọc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8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tưởng,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34500" y="304800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9810750" y="3476625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0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cẩn</a:t>
            </a:r>
            <a:r>
              <a:rPr lang="en-US" sz="30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endParaRPr lang="en-US" sz="3000" dirty="0"/>
          </a:p>
        </p:txBody>
      </p:sp>
      <p:sp>
        <p:nvSpPr>
          <p:cNvPr id="9" name="Text richtext-1792489710232-177000876"/>
          <p:cNvSpPr/>
          <p:nvPr/>
        </p:nvSpPr>
        <p:spPr>
          <a:xfrm>
            <a:off x="9810750" y="4286250"/>
            <a:ext cx="6858000" cy="4191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7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Trộn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tin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Text 1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ee3c851-916c-4f45-9264-e0db6419c8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0480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DDD5C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62250" y="3048000"/>
            <a:ext cx="1390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hỏi cũng nhận đúng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46672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466725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DDD5C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762250" y="4667250"/>
            <a:ext cx="1390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hảo: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giỏi,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43000" y="6286500"/>
            <a:ext cx="16002000" cy="1809750"/>
          </a:xfrm>
          <a:prstGeom prst="roundRect">
            <a:avLst>
              <a:gd name="adj" fmla="val 1052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6286500"/>
            <a:ext cx="1143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62250" y="6477000"/>
            <a:ext cx="13906500" cy="1428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prompt, trả lời có thể khác; bản nháp đầu tốt, bạn sửa tiếp. ✓ Đúng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Text 22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9354db5-cf6b-416c-b1f8-5e2fd70fc5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52750"/>
            <a:ext cx="2476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91000" y="2952750"/>
            <a:ext cx="1257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Artificial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Intelligence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4095750"/>
            <a:ext cx="160020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095750"/>
            <a:ext cx="2476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91000" y="4095750"/>
            <a:ext cx="1257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5238750"/>
            <a:ext cx="160020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238750"/>
            <a:ext cx="2476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91000" y="5238750"/>
            <a:ext cx="1257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Pre-trained</a:t>
            </a:r>
            <a:r>
              <a:rPr lang="en-US" sz="24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họ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381750"/>
            <a:ext cx="16002000" cy="99060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6381750"/>
            <a:ext cx="2476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RNN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191000" y="6381750"/>
            <a:ext cx="1257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Recurrent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Neural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nơ-ron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790575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f35b79c-c84a-4884-8836-9796ef07d9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2026-10-20T09:51:32Z</dcterms:created>
  <dcterms:modified xsi:type="dcterms:W3CDTF">2026-10-20T09:51:32Z</dcterms:modified>
</cp:coreProperties>
</file>