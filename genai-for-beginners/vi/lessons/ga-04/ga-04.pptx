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embeddedFontLst>
    <p:embeddedFont>
      <p:font typeface="Be Vietnam Pro"/>
      <p:regular r:id="rId20"/>
      <p:bold r:id="rId18"/>
    </p:embeddedFont>
    <p:embeddedFont>
      <p:font typeface="Bricolage Grotesque ExtraBold"/>
      <p:regular r:id="rId19"/>
    </p:embeddedFont>
    <p:embeddedFont>
      <p:font typeface="Be Vietnam Pro ExtraBold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8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b="1" spc="2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1906250" cy="2505075"/>
          </a:xfrm>
          <a:prstGeom prst="rect">
            <a:avLst/>
          </a:prstGeom>
          <a:noFill/>
          <a:ln/>
        </p:spPr>
        <p:txBody>
          <a:bodyPr wrap="square" lIns="0" tIns="77152" rIns="0" bIns="-77152" rtlCol="0" anchor="t"/>
          <a:lstStyle/>
          <a:p>
            <a:pPr algn="l" indent="0" marL="0">
              <a:lnSpc>
                <a:spcPts val="8262"/>
              </a:lnSpc>
              <a:buNone/>
            </a:pPr>
            <a:r>
              <a:rPr lang="en-US" sz="81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Nền</a:t>
            </a:r>
            <a:r>
              <a:rPr lang="en-US" sz="8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tảng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kỹ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81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prompt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1143000" y="4000500"/>
            <a:ext cx="1095375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550" dirty="0" spc="-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hình,</a:t>
            </a:r>
            <a:r>
              <a:rPr lang="en-US" sz="255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-8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9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2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550" dirty="0" spc="-1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550" dirty="0" spc="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kia?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5410200"/>
            <a:ext cx="152400" cy="1524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6" name="Text 4"/>
          <p:cNvSpPr/>
          <p:nvPr/>
        </p:nvSpPr>
        <p:spPr>
          <a:xfrm>
            <a:off x="1428750" y="5257800"/>
            <a:ext cx="952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Ba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 nền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143000" y="5943600"/>
            <a:ext cx="152400" cy="1524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8" name="Text 6"/>
          <p:cNvSpPr/>
          <p:nvPr/>
        </p:nvSpPr>
        <p:spPr>
          <a:xfrm>
            <a:off x="1428750" y="5791200"/>
            <a:ext cx="952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Thiết</a:t>
            </a:r>
            <a:r>
              <a:rPr lang="en-US" sz="2550" dirty="0" spc="-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5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tinh chỉnh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143000" y="6477000"/>
            <a:ext cx="152400" cy="1524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0" name="Text 8"/>
          <p:cNvSpPr/>
          <p:nvPr/>
        </p:nvSpPr>
        <p:spPr>
          <a:xfrm>
            <a:off x="1428750" y="6324600"/>
            <a:ext cx="952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</a:t>
            </a:r>
            <a:r>
              <a:rPr lang="en-US" sz="2550" dirty="0" spc="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Vì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143000" y="70104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2" name="Text 10"/>
          <p:cNvSpPr/>
          <p:nvPr/>
        </p:nvSpPr>
        <p:spPr>
          <a:xfrm>
            <a:off x="1428750" y="6858000"/>
            <a:ext cx="952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Một</a:t>
            </a: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5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5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143000" y="7543800"/>
            <a:ext cx="152400" cy="1524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4" name="Text 12"/>
          <p:cNvSpPr/>
          <p:nvPr/>
        </p:nvSpPr>
        <p:spPr>
          <a:xfrm>
            <a:off x="1428750" y="7391400"/>
            <a:ext cx="952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05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Ví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dụ,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ý,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143000" y="8077200"/>
            <a:ext cx="152400" cy="1524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6" name="Text 14"/>
          <p:cNvSpPr/>
          <p:nvPr/>
        </p:nvSpPr>
        <p:spPr>
          <a:xfrm>
            <a:off x="1428750" y="7924800"/>
            <a:ext cx="952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06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Cách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1239500" y="5334000"/>
            <a:ext cx="5905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prompt được sửa dần 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239500" y="5810250"/>
            <a:ext cx="2857500" cy="66675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19050">
            <a:solidFill>
              <a:srgbClr val="2A2E3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2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</a:t>
            </a:r>
            <a:r>
              <a:rPr lang="en-US" sz="19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màu</a:t>
            </a:r>
            <a:r>
              <a:rPr lang="en-US" sz="1950" dirty="0" spc="1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đỏ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1239500" y="6667500"/>
            <a:ext cx="4381500" cy="66675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19050">
            <a:solidFill>
              <a:srgbClr val="2A2E3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</a:t>
            </a:r>
            <a:r>
              <a:rPr lang="en-US" sz="19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đỏ,</a:t>
            </a:r>
            <a:r>
              <a:rPr lang="en-US" sz="19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Volvo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XC90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1239500" y="7524750"/>
            <a:ext cx="5905500" cy="666750"/>
          </a:xfrm>
          <a:prstGeom prst="roundRect">
            <a:avLst>
              <a:gd name="adj" fmla="val 2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</a:t>
            </a:r>
            <a:r>
              <a:rPr lang="en-US" sz="19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đỏ,</a:t>
            </a:r>
            <a:r>
              <a:rPr lang="en-US" sz="1950" b="1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Volvo</a:t>
            </a:r>
            <a:r>
              <a:rPr lang="en-US" sz="19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XC90,</a:t>
            </a:r>
            <a:r>
              <a:rPr lang="en-US" sz="19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vách</a:t>
            </a:r>
            <a:r>
              <a:rPr lang="en-US" sz="19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đá,</a:t>
            </a:r>
            <a:r>
              <a:rPr lang="en-US" sz="19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hoàng</a:t>
            </a:r>
            <a:r>
              <a:rPr lang="en-US" sz="19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hôn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ea7c91ca-474e-46ea-be39-013b96ff03a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00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2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143000" y="228600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Prompt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"giao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55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trình"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 AI</a:t>
            </a:r>
            <a:r>
              <a:rPr lang="en-US" sz="25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sinh.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1143000" y="3429000"/>
            <a:ext cx="5076825" cy="4762500"/>
          </a:xfrm>
          <a:prstGeom prst="roundRect">
            <a:avLst>
              <a:gd name="adj" fmla="val 4800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6600825" y="3429000"/>
            <a:ext cx="5076825" cy="4762500"/>
          </a:xfrm>
          <a:prstGeom prst="roundRect">
            <a:avLst>
              <a:gd name="adj" fmla="val 4800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058650" y="3429000"/>
            <a:ext cx="5076825" cy="4762500"/>
          </a:xfrm>
          <a:prstGeom prst="roundRect">
            <a:avLst>
              <a:gd name="adj" fmla="val 4800"/>
            </a:avLst>
          </a:prstGeom>
          <a:solidFill>
            <a:srgbClr val="E8E0CF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3429000"/>
            <a:ext cx="5076825" cy="133350"/>
          </a:xfrm>
          <a:prstGeom prst="roundRect">
            <a:avLst>
              <a:gd name="adj" fmla="val 171429"/>
            </a:avLst>
          </a:prstGeom>
          <a:solidFill>
            <a:srgbClr val="14161C"/>
          </a:solidFill>
          <a:ln/>
        </p:spPr>
      </p:sp>
      <p:sp>
        <p:nvSpPr>
          <p:cNvPr id="8" name="Shape 6"/>
          <p:cNvSpPr/>
          <p:nvPr/>
        </p:nvSpPr>
        <p:spPr>
          <a:xfrm>
            <a:off x="6600825" y="3429000"/>
            <a:ext cx="5076825" cy="133350"/>
          </a:xfrm>
          <a:prstGeom prst="roundRect">
            <a:avLst>
              <a:gd name="adj" fmla="val 171429"/>
            </a:avLst>
          </a:prstGeom>
          <a:solidFill>
            <a:srgbClr val="14161C"/>
          </a:solidFill>
          <a:ln/>
        </p:spPr>
      </p:sp>
      <p:sp>
        <p:nvSpPr>
          <p:cNvPr id="9" name="Shape 7"/>
          <p:cNvSpPr/>
          <p:nvPr/>
        </p:nvSpPr>
        <p:spPr>
          <a:xfrm>
            <a:off x="12058650" y="3429000"/>
            <a:ext cx="5076825" cy="133350"/>
          </a:xfrm>
          <a:prstGeom prst="roundRect">
            <a:avLst>
              <a:gd name="adj" fmla="val 171429"/>
            </a:avLst>
          </a:prstGeom>
          <a:solidFill>
            <a:srgbClr val="14161C"/>
          </a:solidFill>
          <a:ln/>
        </p:spPr>
      </p:sp>
      <p:sp>
        <p:nvSpPr>
          <p:cNvPr id="10" name="Text 8"/>
          <p:cNvSpPr/>
          <p:nvPr/>
        </p:nvSpPr>
        <p:spPr>
          <a:xfrm>
            <a:off x="1571625" y="3905250"/>
            <a:ext cx="419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1571625" y="5143500"/>
            <a:ext cx="4191000" cy="2667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 thích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7029450" y="3905250"/>
            <a:ext cx="419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7029450" y="5143500"/>
            <a:ext cx="4191000" cy="2667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8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2487275" y="3905250"/>
            <a:ext cx="419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12487275" y="5143500"/>
            <a:ext cx="4191000" cy="2667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làm</a:t>
            </a:r>
            <a:r>
              <a:rPr lang="en-US" sz="28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0" name="Shape 18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2" name="Shape 20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4" name="Shape 22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6" name="Shape 24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7" name="Text 25"/>
          <p:cNvSpPr/>
          <p:nvPr/>
        </p:nvSpPr>
        <p:spPr>
          <a:xfrm>
            <a:off x="38481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02/11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85ca3c03-ceb5-4707-8c07-b52c7ec4d45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</a:t>
            </a: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NỀN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Mô</a:t>
            </a:r>
            <a:r>
              <a:rPr lang="en-US" sz="72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200" dirty="0" spc="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72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prompt</a:t>
            </a:r>
            <a:r>
              <a:rPr lang="en-US" sz="72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1143000" y="3143250"/>
            <a:ext cx="16002000" cy="762000"/>
          </a:xfrm>
          <a:prstGeom prst="roundRect">
            <a:avLst>
              <a:gd name="adj" fmla="val 20000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3143250"/>
            <a:ext cx="533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2100" b="1" dirty="0" spc="-3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239000" y="3143250"/>
            <a:ext cx="952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NGHĨA</a:t>
            </a:r>
            <a:r>
              <a:rPr lang="en-US" sz="2100" b="1" dirty="0" spc="0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143000" y="3905250"/>
            <a:ext cx="16002000" cy="1524000"/>
          </a:xfrm>
          <a:prstGeom prst="rect">
            <a:avLst/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24000" y="3905250"/>
            <a:ext cx="533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8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Token</a:t>
            </a:r>
            <a:r>
              <a:rPr lang="en-US" sz="285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hóa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7239000" y="3905250"/>
            <a:ext cx="9525000" cy="1524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 hình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"thấy"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dãy</a:t>
            </a:r>
            <a:r>
              <a:rPr lang="en-US" sz="25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143000" y="5429250"/>
            <a:ext cx="16002000" cy="1524000"/>
          </a:xfrm>
          <a:prstGeom prst="rect">
            <a:avLst/>
          </a:prstGeom>
          <a:solidFill>
            <a:srgbClr val="DDE3FA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24000" y="5429250"/>
            <a:ext cx="533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LLM</a:t>
            </a:r>
            <a:r>
              <a:rPr lang="en-US" sz="2850" dirty="0" spc="-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nền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7239000" y="5429250"/>
            <a:ext cx="9525000" cy="1524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Đoán</a:t>
            </a:r>
            <a:r>
              <a:rPr lang="en-US" sz="25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55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tiếp, không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 nghĩa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chữ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143000" y="6953250"/>
            <a:ext cx="16002000" cy="152400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24000" y="6953250"/>
            <a:ext cx="5334000" cy="1524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LLM</a:t>
            </a:r>
            <a:r>
              <a:rPr lang="en-US" sz="28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tinh</a:t>
            </a:r>
            <a:r>
              <a:rPr lang="en-US" sz="28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chỉnh</a:t>
            </a:r>
            <a:r>
              <a:rPr lang="en-US" sz="285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theo</a:t>
            </a:r>
            <a:r>
              <a:rPr lang="en-US" sz="28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chỉ</a:t>
            </a:r>
            <a:r>
              <a:rPr lang="en-US" sz="28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dẫn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7239000" y="6953250"/>
            <a:ext cx="9525000" cy="1524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"nhiệm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vụ",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nhờ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RLHF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8" name="Shape 16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0" name="Shape 18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2" name="Shape 20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4" name="Shape 22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6" name="Shape 24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7" name="Text 25"/>
          <p:cNvSpPr/>
          <p:nvPr/>
        </p:nvSpPr>
        <p:spPr>
          <a:xfrm>
            <a:off x="38481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03/11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f4e4a1a0-78da-4a03-9337-94c97a60a79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950" b="1" spc="29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950" b="1" spc="28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Thiết</a:t>
            </a:r>
            <a:r>
              <a:rPr lang="en-US" sz="72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kế,</a:t>
            </a:r>
            <a:r>
              <a:rPr lang="en-US" sz="72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tinh chỉnh</a:t>
            </a:r>
            <a:r>
              <a:rPr lang="en-US" sz="7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1143000" y="3619500"/>
            <a:ext cx="4572000" cy="2286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24000" y="38100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524000" y="4572000"/>
            <a:ext cx="3810000" cy="1143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2700" dirty="0" spc="-4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7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</a:t>
            </a:r>
            <a:r>
              <a:rPr lang="en-US" sz="270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2700" dirty="0"/>
          </a:p>
        </p:txBody>
      </p:sp>
      <p:sp>
        <p:nvSpPr>
          <p:cNvPr id="7" name="Connector line-1792490626390-84417393"/>
          <p:cNvSpPr/>
          <p:nvPr/>
        </p:nvSpPr>
        <p:spPr>
          <a:xfrm>
            <a:off x="5905500" y="4762500"/>
            <a:ext cx="76200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858000" y="3619500"/>
            <a:ext cx="4572000" cy="2286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7239000" y="38100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7239000" y="4572000"/>
            <a:ext cx="3810000" cy="1143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70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2700" dirty="0"/>
          </a:p>
        </p:txBody>
      </p:sp>
      <p:sp>
        <p:nvSpPr>
          <p:cNvPr id="11" name="Connector line-1792490626395-352215812"/>
          <p:cNvSpPr/>
          <p:nvPr/>
        </p:nvSpPr>
        <p:spPr>
          <a:xfrm>
            <a:off x="11620500" y="4762500"/>
            <a:ext cx="76200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2573000" y="3619500"/>
            <a:ext cx="4572000" cy="2286000"/>
          </a:xfrm>
          <a:prstGeom prst="roundRect">
            <a:avLst>
              <a:gd name="adj" fmla="val 10000"/>
            </a:avLst>
          </a:prstGeom>
          <a:solidFill>
            <a:srgbClr val="FFB454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0" y="38100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12954000" y="4572000"/>
            <a:ext cx="3810000" cy="1143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Tinh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endParaRPr lang="en-US" sz="2700" dirty="0"/>
          </a:p>
        </p:txBody>
      </p:sp>
      <p:sp>
        <p:nvSpPr>
          <p:cNvPr id="15" name="Connector line-1792490626400-205403027"/>
          <p:cNvSpPr/>
          <p:nvPr/>
        </p:nvSpPr>
        <p:spPr>
          <a:xfrm>
            <a:off x="14859000" y="6096000"/>
            <a:ext cx="0" cy="76200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6" name="Connector line-1792490626400-672937240"/>
          <p:cNvSpPr/>
          <p:nvPr/>
        </p:nvSpPr>
        <p:spPr>
          <a:xfrm flipH="1">
            <a:off x="9144000" y="6858000"/>
            <a:ext cx="5715000" cy="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7" name="Connector line-1792490626400-74643438"/>
          <p:cNvSpPr/>
          <p:nvPr/>
        </p:nvSpPr>
        <p:spPr>
          <a:xfrm flipV="1">
            <a:off x="9144000" y="6096000"/>
            <a:ext cx="0" cy="76200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triangle" w="lg" len="lg"/>
          </a:ln>
        </p:spPr>
      </p:sp>
      <p:sp>
        <p:nvSpPr>
          <p:cNvPr id="18" name="Text 16"/>
          <p:cNvSpPr/>
          <p:nvPr/>
        </p:nvSpPr>
        <p:spPr>
          <a:xfrm>
            <a:off x="9525000" y="7000875"/>
            <a:ext cx="495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lặp</a:t>
            </a:r>
            <a:r>
              <a:rPr lang="en-US" sz="2100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100" dirty="0" spc="-1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100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đúng</a:t>
            </a:r>
            <a:r>
              <a:rPr lang="en-US" sz="2100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143000" y="7905750"/>
            <a:ext cx="1600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550" dirty="0" spc="-18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6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sai:</a:t>
            </a:r>
            <a:r>
              <a:rPr lang="en-US" sz="25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 nghệ</a:t>
            </a:r>
            <a:r>
              <a:rPr lang="en-US" sz="2550" dirty="0" spc="-6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5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550" dirty="0" spc="-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khoa</a:t>
            </a:r>
            <a:r>
              <a:rPr lang="en-US" sz="255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học.</a:t>
            </a:r>
            <a:r>
              <a:rPr lang="en-US" sz="2550" dirty="0" spc="-26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Luyện</a:t>
            </a:r>
            <a:r>
              <a:rPr lang="en-US" sz="25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17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giỏi</a:t>
            </a:r>
            <a:r>
              <a:rPr lang="en-US" sz="25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lên.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1" name="Shape 19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2" name="Shape 20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3" name="Shape 21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4" name="Shape 22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6" name="Shape 24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0" name="Shape 28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1" name="Text 29"/>
          <p:cNvSpPr/>
          <p:nvPr/>
        </p:nvSpPr>
        <p:spPr>
          <a:xfrm>
            <a:off x="38481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r>
              <a:rPr lang="en-US" sz="1650" dirty="0" spc="-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04/11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9ec6207f-3168-4900-ae98-56c8f3836ea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1950" b="1" spc="27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1950" b="1" spc="27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 thách</a:t>
            </a:r>
            <a:r>
              <a:rPr lang="en-US" sz="72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thức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LLM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1143000" y="2952750"/>
            <a:ext cx="7810500" cy="3810000"/>
          </a:xfrm>
          <a:prstGeom prst="roundRect">
            <a:avLst>
              <a:gd name="adj" fmla="val 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71625" y="3286125"/>
            <a:ext cx="6953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3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THÁCH</a:t>
            </a:r>
            <a:r>
              <a:rPr lang="en-US" sz="2250" b="1" spc="15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571625" y="4000500"/>
            <a:ext cx="6953250" cy="4572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spcAft>
                <a:spcPts val="4200"/>
              </a:spcAft>
              <a:buNone/>
            </a:pP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Ngẫu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nhiên:</a:t>
            </a:r>
            <a:pPr algn="l" indent="0" marL="0">
              <a:lnSpc>
                <a:spcPts val="3510"/>
              </a:lnSpc>
              <a:spcAft>
                <a:spcPts val="4200"/>
              </a:spcAft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prompt,</a:t>
            </a:r>
            <a:r>
              <a:rPr lang="en-US" sz="270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700" dirty="0"/>
          </a:p>
          <a:p>
            <a:pPr algn="l" indent="0" marL="0">
              <a:lnSpc>
                <a:spcPts val="3510"/>
              </a:lnSpc>
              <a:spcAft>
                <a:spcPts val="4200"/>
              </a:spcAft>
              <a:buNone/>
            </a:pP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Bịa:</a:t>
            </a:r>
            <a:pPr algn="l" indent="0" marL="0">
              <a:lnSpc>
                <a:spcPts val="3510"/>
              </a:lnSpc>
              <a:spcAft>
                <a:spcPts val="4200"/>
              </a:spcAft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có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hạn,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endParaRPr lang="en-US" sz="2700" dirty="0"/>
          </a:p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khác:</a:t>
            </a:r>
            <a:pPr algn="l" indent="0" marL="0">
              <a:lnSpc>
                <a:spcPts val="3510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hơn, lạ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34500" y="2952750"/>
            <a:ext cx="7810500" cy="3810000"/>
          </a:xfrm>
          <a:prstGeom prst="roundRect">
            <a:avLst>
              <a:gd name="adj" fmla="val 6000"/>
            </a:avLst>
          </a:prstGeom>
          <a:solidFill>
            <a:srgbClr val="CFE8E2"/>
          </a:solidFill>
          <a:ln/>
        </p:spPr>
      </p:sp>
      <p:sp>
        <p:nvSpPr>
          <p:cNvPr id="8" name="Text 6"/>
          <p:cNvSpPr/>
          <p:nvPr/>
        </p:nvSpPr>
        <p:spPr>
          <a:xfrm>
            <a:off x="9763125" y="3286125"/>
            <a:ext cx="6953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3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PROMPT</a:t>
            </a:r>
            <a:r>
              <a:rPr lang="en-US" sz="2250" b="1" spc="15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763125" y="4000500"/>
            <a:ext cx="6953250" cy="4572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spcAft>
                <a:spcPts val="4200"/>
              </a:spcAft>
              <a:buNone/>
            </a:pP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7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"rào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chắn"</a:t>
            </a:r>
            <a:r>
              <a:rPr lang="en-US" sz="27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endParaRPr lang="en-US" sz="2700" dirty="0"/>
          </a:p>
          <a:p>
            <a:pPr algn="l" indent="0" marL="0">
              <a:lnSpc>
                <a:spcPts val="3510"/>
              </a:lnSpc>
              <a:spcAft>
                <a:spcPts val="4200"/>
              </a:spcAft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Nhờ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 nêu nguồn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lẽ</a:t>
            </a:r>
            <a:endParaRPr lang="en-US" sz="2700" dirty="0"/>
          </a:p>
          <a:p>
            <a:pPr algn="l" indent="0" marL="0">
              <a:lnSpc>
                <a:spcPts val="3510"/>
              </a:lnSpc>
              <a:buNone/>
            </a:pP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chung,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</a:t>
            </a:r>
            <a:r>
              <a:rPr lang="en-US" sz="27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2" name="Shape 10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3" name="Shape 11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4" name="Shape 12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6" name="Shape 14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8" name="Shape 16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0" name="Shape 18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1" name="Text 19"/>
          <p:cNvSpPr/>
          <p:nvPr/>
        </p:nvSpPr>
        <p:spPr>
          <a:xfrm>
            <a:off x="38481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05/11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143000" y="7239000"/>
            <a:ext cx="16002000" cy="952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"bịa"</a:t>
            </a:r>
            <a:r>
              <a:rPr lang="en-US" sz="22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"ảo giác",</a:t>
            </a:r>
            <a:r>
              <a:rPr lang="en-US" sz="2250" dirty="0" spc="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r>
              <a:rPr lang="en-US" sz="225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đặc</a:t>
            </a:r>
            <a:r>
              <a:rPr lang="en-US" sz="2250" dirty="0" spc="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2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481dfb0e-daeb-4279-8d6b-4dd1d3053df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95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BỊA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1143000" y="2571750"/>
            <a:ext cx="12001500" cy="1047750"/>
          </a:xfrm>
          <a:prstGeom prst="roundRect">
            <a:avLst>
              <a:gd name="adj" fmla="val 25455"/>
            </a:avLst>
          </a:prstGeom>
          <a:solidFill>
            <a:srgbClr val="1E212B"/>
          </a:solidFill>
          <a:ln/>
        </p:spPr>
      </p:sp>
      <p:sp>
        <p:nvSpPr>
          <p:cNvPr id="4" name="Text 2"/>
          <p:cNvSpPr/>
          <p:nvPr/>
        </p:nvSpPr>
        <p:spPr>
          <a:xfrm>
            <a:off x="1524000" y="2571750"/>
            <a:ext cx="11430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Prompt: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"Soạn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27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Cuộc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chiến</a:t>
            </a:r>
            <a:r>
              <a:rPr lang="en-US" sz="27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Hỏa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70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2076"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43000" y="4286250"/>
            <a:ext cx="152400" cy="2190750"/>
          </a:xfrm>
          <a:prstGeom prst="rect">
            <a:avLst/>
          </a:prstGeom>
          <a:solidFill>
            <a:srgbClr val="3DD6A0"/>
          </a:solidFill>
          <a:ln/>
        </p:spPr>
      </p:sp>
      <p:sp>
        <p:nvSpPr>
          <p:cNvPr id="6" name="Text 4"/>
          <p:cNvSpPr/>
          <p:nvPr/>
        </p:nvSpPr>
        <p:spPr>
          <a:xfrm>
            <a:off x="1714500" y="4095750"/>
            <a:ext cx="15240000" cy="2571750"/>
          </a:xfrm>
          <a:prstGeom prst="rect">
            <a:avLst/>
          </a:prstGeom>
          <a:noFill/>
          <a:ln/>
        </p:spPr>
        <p:txBody>
          <a:bodyPr wrap="square" lIns="0" tIns="45720" rIns="0" bIns="-45720" rtlCol="0" anchor="t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72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200" dirty="0" spc="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đều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giáo án</a:t>
            </a:r>
            <a:r>
              <a:rPr lang="en-US" sz="7200" dirty="0" spc="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đủ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thuyết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phục.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714500" y="6953250"/>
            <a:ext cx="14287500" cy="1047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Sự</a:t>
            </a:r>
            <a:r>
              <a:rPr lang="en-US" sz="2700" dirty="0" spc="-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70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8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thật:</a:t>
            </a:r>
            <a:r>
              <a:rPr lang="en-US" sz="2700" dirty="0" spc="-34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2076</a:t>
            </a:r>
            <a:r>
              <a:rPr lang="en-US" sz="270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700" dirty="0" spc="-4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7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70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lai.</a:t>
            </a:r>
            <a:r>
              <a:rPr lang="en-US" sz="2700" dirty="0" spc="-6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700" dirty="0" spc="-4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700" dirty="0" spc="-1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70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70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"bịa",</a:t>
            </a:r>
            <a:r>
              <a:rPr lang="en-US" sz="2700" dirty="0" spc="-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700" dirty="0" spc="-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"ảo</a:t>
            </a:r>
            <a:r>
              <a:rPr lang="en-US" sz="270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giác".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0" name="Shape 8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1" name="Shape 9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2" name="Shape 10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3" name="Shape 11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4" name="Shape 12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6" name="Shape 14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8" name="Shape 16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9" name="Text 17"/>
          <p:cNvSpPr/>
          <p:nvPr/>
        </p:nvSpPr>
        <p:spPr>
          <a:xfrm>
            <a:off x="38481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r>
              <a:rPr lang="en-US" sz="1650" dirty="0" spc="-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06/11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cd22df21-7c07-41ae-8437-1143385bb2f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8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1950" b="1" spc="31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1950" b="1" spc="30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Prompt</a:t>
            </a:r>
            <a:r>
              <a:rPr lang="en-US" sz="6900" dirty="0" spc="-5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phức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tạp:</a:t>
            </a:r>
            <a:r>
              <a:rPr lang="en-US" sz="69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chuỗi tin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nhắn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2286000" y="2857500"/>
            <a:ext cx="3429000" cy="762000"/>
          </a:xfrm>
          <a:prstGeom prst="roundRect">
            <a:avLst>
              <a:gd name="adj" fmla="val 2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5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550" b="1" dirty="0" spc="-6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7810500" y="2857500"/>
            <a:ext cx="3429000" cy="7620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3335000" y="2857500"/>
            <a:ext cx="3429000" cy="7620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6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Trợ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2550" dirty="0"/>
          </a:p>
        </p:txBody>
      </p:sp>
      <p:sp>
        <p:nvSpPr>
          <p:cNvPr id="7" name="Connector line-1792490713324-729305372"/>
          <p:cNvSpPr/>
          <p:nvPr/>
        </p:nvSpPr>
        <p:spPr>
          <a:xfrm>
            <a:off x="4000500" y="3619500"/>
            <a:ext cx="0" cy="4000500"/>
          </a:xfrm>
          <a:prstGeom prst="line">
            <a:avLst/>
          </a:prstGeom>
          <a:noFill/>
          <a:ln w="28575">
            <a:solidFill>
              <a:srgbClr val="DDD5C1"/>
            </a:solidFill>
            <a:prstDash val="dash"/>
            <a:headEnd type="none"/>
            <a:tailEnd type="none"/>
          </a:ln>
        </p:spPr>
      </p:sp>
      <p:sp>
        <p:nvSpPr>
          <p:cNvPr id="8" name="Connector line-1792490713325-991752743"/>
          <p:cNvSpPr/>
          <p:nvPr/>
        </p:nvSpPr>
        <p:spPr>
          <a:xfrm>
            <a:off x="9525000" y="3619500"/>
            <a:ext cx="0" cy="4000500"/>
          </a:xfrm>
          <a:prstGeom prst="line">
            <a:avLst/>
          </a:prstGeom>
          <a:noFill/>
          <a:ln w="28575">
            <a:solidFill>
              <a:srgbClr val="DDD5C1"/>
            </a:solidFill>
            <a:prstDash val="dash"/>
            <a:headEnd type="none"/>
            <a:tailEnd type="none"/>
          </a:ln>
        </p:spPr>
      </p:sp>
      <p:sp>
        <p:nvSpPr>
          <p:cNvPr id="9" name="Connector line-1792490713325-767863334"/>
          <p:cNvSpPr/>
          <p:nvPr/>
        </p:nvSpPr>
        <p:spPr>
          <a:xfrm>
            <a:off x="15049500" y="3619500"/>
            <a:ext cx="0" cy="4000500"/>
          </a:xfrm>
          <a:prstGeom prst="line">
            <a:avLst/>
          </a:prstGeom>
          <a:noFill/>
          <a:ln w="28575">
            <a:solidFill>
              <a:srgbClr val="DDD5C1"/>
            </a:solidFill>
            <a:prstDash val="dash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191000" y="3810000"/>
            <a:ext cx="1066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</a:t>
            </a:r>
            <a:r>
              <a:rPr lang="en-US" sz="2250" dirty="0" spc="-1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250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250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cảnh, tính</a:t>
            </a:r>
            <a:r>
              <a:rPr lang="en-US" sz="2250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250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-2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250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2250" dirty="0"/>
          </a:p>
        </p:txBody>
      </p:sp>
      <p:sp>
        <p:nvSpPr>
          <p:cNvPr id="11" name="Connector line-1792490713328-9808302"/>
          <p:cNvSpPr/>
          <p:nvPr/>
        </p:nvSpPr>
        <p:spPr>
          <a:xfrm>
            <a:off x="4095750" y="4333875"/>
            <a:ext cx="10810875" cy="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triangle" w="lg" len="lg"/>
          </a:ln>
        </p:spPr>
      </p:sp>
      <p:sp>
        <p:nvSpPr>
          <p:cNvPr id="12" name="Text 10"/>
          <p:cNvSpPr/>
          <p:nvPr/>
        </p:nvSpPr>
        <p:spPr>
          <a:xfrm>
            <a:off x="9715500" y="4810125"/>
            <a:ext cx="514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2.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2250" dirty="0"/>
          </a:p>
        </p:txBody>
      </p:sp>
      <p:sp>
        <p:nvSpPr>
          <p:cNvPr id="13" name="Connector line-1792490713330-698482270"/>
          <p:cNvSpPr/>
          <p:nvPr/>
        </p:nvSpPr>
        <p:spPr>
          <a:xfrm>
            <a:off x="9620250" y="5334000"/>
            <a:ext cx="5286375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4" name="Text 12"/>
          <p:cNvSpPr/>
          <p:nvPr/>
        </p:nvSpPr>
        <p:spPr>
          <a:xfrm>
            <a:off x="9715500" y="5810250"/>
            <a:ext cx="514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3.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2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2250" dirty="0"/>
          </a:p>
        </p:txBody>
      </p:sp>
      <p:sp>
        <p:nvSpPr>
          <p:cNvPr id="15" name="Connector line-1792490713333-41445246"/>
          <p:cNvSpPr/>
          <p:nvPr/>
        </p:nvSpPr>
        <p:spPr>
          <a:xfrm flipH="1">
            <a:off x="9667875" y="6334125"/>
            <a:ext cx="5286375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lgDash"/>
            <a:headEnd type="none"/>
            <a:tailEnd type="triangle" w="lg" len="lg"/>
          </a:ln>
        </p:spPr>
      </p:sp>
      <p:sp>
        <p:nvSpPr>
          <p:cNvPr id="16" name="Text 14"/>
          <p:cNvSpPr/>
          <p:nvPr/>
        </p:nvSpPr>
        <p:spPr>
          <a:xfrm>
            <a:off x="9715500" y="6810375"/>
            <a:ext cx="514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4.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2250" dirty="0"/>
          </a:p>
        </p:txBody>
      </p:sp>
      <p:sp>
        <p:nvSpPr>
          <p:cNvPr id="17" name="Connector line-1792490713335-232881440"/>
          <p:cNvSpPr/>
          <p:nvPr/>
        </p:nvSpPr>
        <p:spPr>
          <a:xfrm>
            <a:off x="9620250" y="7334250"/>
            <a:ext cx="5286375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8" name="Text 16"/>
          <p:cNvSpPr/>
          <p:nvPr/>
        </p:nvSpPr>
        <p:spPr>
          <a:xfrm>
            <a:off x="1143000" y="790575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nhắn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2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ảnh</a:t>
            </a:r>
            <a:r>
              <a:rPr lang="en-US" sz="22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</a:t>
            </a:r>
            <a:r>
              <a:rPr lang="en-US" sz="22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ngang</a:t>
            </a:r>
            <a:r>
              <a:rPr lang="en-US" sz="22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25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hỏi.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0" name="Shape 18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1" name="Shape 19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2" name="Shape 20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3" name="Shape 21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4" name="Shape 22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5" name="Shape 23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7" name="Shape 25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9" name="Shape 27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0" name="Text 28"/>
          <p:cNvSpPr/>
          <p:nvPr/>
        </p:nvSpPr>
        <p:spPr>
          <a:xfrm>
            <a:off x="38481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07/11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fa7eb706-3bc8-4b08-ad5d-ec39799041d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Ví</a:t>
            </a:r>
            <a:r>
              <a:rPr lang="en-US" sz="72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dụ,</a:t>
            </a:r>
            <a:r>
              <a:rPr lang="en-US" sz="72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gợi</a:t>
            </a: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72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1143000" y="2952750"/>
            <a:ext cx="5076825" cy="4476750"/>
          </a:xfrm>
          <a:prstGeom prst="roundRect">
            <a:avLst>
              <a:gd name="adj" fmla="val 5106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6600825" y="2952750"/>
            <a:ext cx="5076825" cy="4476750"/>
          </a:xfrm>
          <a:prstGeom prst="roundRect">
            <a:avLst>
              <a:gd name="adj" fmla="val 5106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058650" y="2952750"/>
            <a:ext cx="5076825" cy="4476750"/>
          </a:xfrm>
          <a:prstGeom prst="roundRect">
            <a:avLst>
              <a:gd name="adj" fmla="val 5106"/>
            </a:avLst>
          </a:prstGeom>
          <a:solidFill>
            <a:srgbClr val="E8E0CF"/>
          </a:solidFill>
          <a:ln/>
        </p:spPr>
      </p:sp>
      <p:sp>
        <p:nvSpPr>
          <p:cNvPr id="7" name="Text 5"/>
          <p:cNvSpPr/>
          <p:nvPr/>
        </p:nvSpPr>
        <p:spPr>
          <a:xfrm>
            <a:off x="1571625" y="3286125"/>
            <a:ext cx="419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Ví</a:t>
            </a:r>
            <a:r>
              <a:rPr lang="en-US" sz="3150" dirty="0" spc="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dụ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571625" y="40005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mẫu,</a:t>
            </a:r>
            <a:r>
              <a:rPr lang="en-US" sz="24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4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571625" y="5810250"/>
            <a:ext cx="4191000" cy="1238250"/>
          </a:xfrm>
          <a:prstGeom prst="roundRect">
            <a:avLst>
              <a:gd name="adj" fmla="val 12308"/>
            </a:avLst>
          </a:prstGeom>
          <a:solidFill>
            <a:srgbClr val="DDE3FA"/>
          </a:solidFill>
          <a:ln/>
        </p:spPr>
      </p:sp>
      <p:sp>
        <p:nvSpPr>
          <p:cNvPr id="10" name="Text 8"/>
          <p:cNvSpPr/>
          <p:nvPr/>
        </p:nvSpPr>
        <p:spPr>
          <a:xfrm>
            <a:off x="1809750" y="5810250"/>
            <a:ext cx="3810000" cy="123825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ctr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zero-shot:</a:t>
            </a:r>
            <a:r>
              <a:rPr lang="en-US" sz="19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 dụ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one-shot: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few-shot:</a:t>
            </a:r>
            <a:r>
              <a:rPr lang="en-US" sz="19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029450" y="3286125"/>
            <a:ext cx="419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1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Gợi</a:t>
            </a:r>
            <a:r>
              <a:rPr lang="en-US" sz="3150" dirty="0" spc="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ý</a:t>
            </a:r>
            <a:r>
              <a:rPr lang="en-US" sz="3150" dirty="0" spc="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(cue)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7029450" y="40005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4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029450" y="5810250"/>
            <a:ext cx="4191000" cy="1238250"/>
          </a:xfrm>
          <a:prstGeom prst="roundRect">
            <a:avLst>
              <a:gd name="adj" fmla="val 12308"/>
            </a:avLst>
          </a:prstGeom>
          <a:solidFill>
            <a:srgbClr val="DDE3FA"/>
          </a:solidFill>
          <a:ln/>
        </p:spPr>
      </p:sp>
      <p:sp>
        <p:nvSpPr>
          <p:cNvPr id="14" name="Text 12"/>
          <p:cNvSpPr/>
          <p:nvPr/>
        </p:nvSpPr>
        <p:spPr>
          <a:xfrm>
            <a:off x="7267575" y="5810250"/>
            <a:ext cx="3810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"Ba</a:t>
            </a:r>
            <a:r>
              <a:rPr lang="en-US" sz="22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2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được:"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2487275" y="3286125"/>
            <a:ext cx="419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Mẫu</a:t>
            </a:r>
            <a:r>
              <a:rPr lang="en-US" sz="3150" dirty="0" spc="-8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(template)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12487275" y="40005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chỗ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trống,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2487275" y="5810250"/>
            <a:ext cx="4191000" cy="1238250"/>
          </a:xfrm>
          <a:prstGeom prst="roundRect">
            <a:avLst>
              <a:gd name="adj" fmla="val 12308"/>
            </a:avLst>
          </a:prstGeom>
          <a:solidFill>
            <a:srgbClr val="DDE3FA"/>
          </a:solidFill>
          <a:ln/>
        </p:spPr>
      </p:sp>
      <p:sp>
        <p:nvSpPr>
          <p:cNvPr id="18" name="Text 16"/>
          <p:cNvSpPr/>
          <p:nvPr/>
        </p:nvSpPr>
        <p:spPr>
          <a:xfrm>
            <a:off x="12725400" y="5810250"/>
            <a:ext cx="3810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2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Prompts</a:t>
            </a:r>
            <a:r>
              <a:rPr lang="en-US" sz="225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Edu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143000" y="7715250"/>
            <a:ext cx="16002000" cy="1047750"/>
          </a:xfrm>
          <a:prstGeom prst="roundRect">
            <a:avLst>
              <a:gd name="adj" fmla="val 1818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24000" y="7715250"/>
            <a:ext cx="15240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phụ:</a:t>
            </a:r>
            <a:pPr algn="l" indent="0" marL="0">
              <a:buNone/>
            </a:pP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thêm,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 chủ</a:t>
            </a:r>
            <a:r>
              <a:rPr lang="en-US" sz="24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tiên.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2" name="Shape 20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3" name="Shape 21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4" name="Shape 22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5" name="Shape 23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6" name="Shape 24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7" name="Shape 25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8" name="Shape 26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Shape 27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0" name="Shape 28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1" name="Shape 29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2" name="Text 30"/>
          <p:cNvSpPr/>
          <p:nvPr/>
        </p:nvSpPr>
        <p:spPr>
          <a:xfrm>
            <a:off x="38481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08/11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68dae053-d4fd-4ab3-832e-27f66591249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1950" b="1" spc="29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7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95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950" b="1" spc="25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7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2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tốt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72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prompt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1143000" y="2857500"/>
            <a:ext cx="16002000" cy="666750"/>
          </a:xfrm>
          <a:prstGeom prst="roundRect">
            <a:avLst>
              <a:gd name="adj" fmla="val 2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857500"/>
            <a:ext cx="6096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19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8001000" y="2857500"/>
            <a:ext cx="876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195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143000" y="3524250"/>
            <a:ext cx="16002000" cy="904875"/>
          </a:xfrm>
          <a:prstGeom prst="rect">
            <a:avLst/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4429125"/>
            <a:ext cx="16002000" cy="904875"/>
          </a:xfrm>
          <a:prstGeom prst="rect">
            <a:avLst/>
          </a:prstGeom>
          <a:solidFill>
            <a:srgbClr val="181B23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5334000"/>
            <a:ext cx="16002000" cy="904875"/>
          </a:xfrm>
          <a:prstGeom prst="rect">
            <a:avLst/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" y="6238875"/>
            <a:ext cx="16002000" cy="904875"/>
          </a:xfrm>
          <a:prstGeom prst="rect">
            <a:avLst/>
          </a:prstGeom>
          <a:solidFill>
            <a:srgbClr val="181B23"/>
          </a:solidFill>
          <a:ln/>
        </p:spPr>
      </p:sp>
      <p:sp>
        <p:nvSpPr>
          <p:cNvPr id="11" name="Shape 9"/>
          <p:cNvSpPr/>
          <p:nvPr/>
        </p:nvSpPr>
        <p:spPr>
          <a:xfrm>
            <a:off x="1143000" y="7143750"/>
            <a:ext cx="16002000" cy="904875"/>
          </a:xfrm>
          <a:prstGeom prst="rect">
            <a:avLst/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3000" y="8048625"/>
            <a:ext cx="16002000" cy="904875"/>
          </a:xfrm>
          <a:prstGeom prst="rect">
            <a:avLst/>
          </a:prstGeom>
          <a:solidFill>
            <a:srgbClr val="181B23"/>
          </a:solidFill>
          <a:ln/>
        </p:spPr>
      </p:sp>
      <p:sp>
        <p:nvSpPr>
          <p:cNvPr id="13" name="Text 11"/>
          <p:cNvSpPr/>
          <p:nvPr/>
        </p:nvSpPr>
        <p:spPr>
          <a:xfrm>
            <a:off x="1524000" y="3524250"/>
            <a:ext cx="6096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5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4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001000" y="3524250"/>
            <a:ext cx="8763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Dấu</a:t>
            </a:r>
            <a:r>
              <a:rPr lang="en-US" sz="22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 cách giúp</a:t>
            </a:r>
            <a:r>
              <a:rPr lang="en-US" sz="225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250" dirty="0" spc="-4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250" dirty="0" spc="-29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524000" y="4429125"/>
            <a:ext cx="6096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Cụ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thể,</a:t>
            </a:r>
            <a:r>
              <a:rPr lang="en-US" sz="24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4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ràng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001000" y="4429125"/>
            <a:ext cx="8763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Nói</a:t>
            </a:r>
            <a:r>
              <a:rPr lang="en-US" sz="2250" dirty="0" spc="-28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250" dirty="0" spc="-3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quả,</a:t>
            </a:r>
            <a:r>
              <a:rPr lang="en-US" sz="2250" dirty="0" spc="19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25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dài,</a:t>
            </a:r>
            <a:r>
              <a:rPr lang="en-US" sz="2250" dirty="0" spc="19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2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524000" y="5334000"/>
            <a:ext cx="6096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 tả,</a:t>
            </a:r>
            <a:r>
              <a:rPr lang="en-US" sz="2400" b="1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001000" y="5334000"/>
            <a:ext cx="8763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250" dirty="0" spc="-1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zero-shot</a:t>
            </a:r>
            <a:r>
              <a:rPr lang="en-US" sz="2250" dirty="0" spc="4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2250" dirty="0" spc="-2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250" dirty="0" spc="-14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few-shot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524000" y="6238875"/>
            <a:ext cx="6096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4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001000" y="6238875"/>
            <a:ext cx="8763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4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Đẩy</a:t>
            </a: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250" dirty="0" spc="-24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250" dirty="0" spc="3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25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250" dirty="0" spc="6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524000" y="7143750"/>
            <a:ext cx="6096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quan</a:t>
            </a:r>
            <a:r>
              <a:rPr lang="en-US" sz="24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001000" y="7143750"/>
            <a:ext cx="8763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2250" dirty="0" spc="4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250" dirty="0" spc="8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2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250" dirty="0" spc="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250" dirty="0" spc="1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dirty="0" spc="-3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524000" y="8048625"/>
            <a:ext cx="6096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24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"lối</a:t>
            </a:r>
            <a:r>
              <a:rPr lang="en-US" sz="24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thoát"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001000" y="8048625"/>
            <a:ext cx="8763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250" dirty="0" spc="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25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r>
              <a:rPr lang="en-US" sz="225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250" dirty="0" spc="7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được,</a:t>
            </a:r>
            <a:r>
              <a:rPr lang="en-US" sz="2250" dirty="0" spc="-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bịa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6" name="Shape 24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7" name="Shape 25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8" name="Shape 26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9" name="Shape 27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0" name="Shape 28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1" name="Shape 29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2" name="Shape 30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3" name="Shape 31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4" name="Shape 32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5" name="Shape 33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6" name="Text 34"/>
          <p:cNvSpPr/>
          <p:nvPr/>
        </p:nvSpPr>
        <p:spPr>
          <a:xfrm>
            <a:off x="38481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r>
              <a:rPr lang="en-US" sz="1650" dirty="0" spc="-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09/11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275c98ed-f41c-499c-80ab-b4cde728d04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8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Prompt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69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143000" y="2952750"/>
            <a:ext cx="16002000" cy="1238250"/>
          </a:xfrm>
          <a:prstGeom prst="roundRect">
            <a:avLst>
              <a:gd name="adj" fmla="val 1538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24000" y="2952750"/>
            <a:ext cx="857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571750" y="2952750"/>
            <a:ext cx="12001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25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tôi</a:t>
            </a:r>
            <a:r>
              <a:rPr lang="en-US" sz="255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5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chiếc</a:t>
            </a:r>
            <a:r>
              <a:rPr lang="en-US" sz="2550" dirty="0" spc="-2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</a:t>
            </a:r>
            <a:r>
              <a:rPr lang="en-US" sz="25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màu</a:t>
            </a:r>
            <a:r>
              <a:rPr lang="en-US" sz="255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đỏ.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143000" y="4476750"/>
            <a:ext cx="16002000" cy="1809750"/>
          </a:xfrm>
          <a:prstGeom prst="roundRect">
            <a:avLst>
              <a:gd name="adj" fmla="val 10526"/>
            </a:avLst>
          </a:prstGeom>
          <a:solidFill>
            <a:srgbClr val="E8E0CF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24000" y="4476750"/>
            <a:ext cx="8572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571750" y="4476750"/>
            <a:ext cx="11239500" cy="1809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ctr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tôi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chiếc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</a:t>
            </a: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màu</a:t>
            </a:r>
            <a:r>
              <a:rPr lang="en-US" sz="25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đỏ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Volvo,</a:t>
            </a: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XC90,</a:t>
            </a:r>
            <a:r>
              <a:rPr lang="en-US" sz="25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đỗ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vách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 hoàng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hôn.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4097000" y="4476750"/>
            <a:ext cx="2667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50" b="1" dirty="0" spc="-8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Tốt</a:t>
            </a: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143000" y="6572250"/>
            <a:ext cx="16002000" cy="1238250"/>
          </a:xfrm>
          <a:prstGeom prst="roundRect">
            <a:avLst>
              <a:gd name="adj" fmla="val 1538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24000" y="6572250"/>
            <a:ext cx="857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2571750" y="6572250"/>
            <a:ext cx="11239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25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tôi</a:t>
            </a:r>
            <a:r>
              <a:rPr lang="en-US" sz="255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5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chiếc</a:t>
            </a:r>
            <a:r>
              <a:rPr lang="en-US" sz="2550" dirty="0" spc="-2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</a:t>
            </a:r>
            <a:r>
              <a:rPr lang="en-US" sz="25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màu</a:t>
            </a:r>
            <a:r>
              <a:rPr lang="en-US" sz="2550" dirty="0" spc="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đỏ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550" dirty="0" spc="-2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Volvo,</a:t>
            </a:r>
            <a:r>
              <a:rPr lang="en-US" sz="25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5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XC90.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4097000" y="6572250"/>
            <a:ext cx="2667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50" b="1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2250" b="1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143000" y="8191500"/>
            <a:ext cx="16002000" cy="952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2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250" dirty="0" spc="-2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</a:t>
            </a:r>
            <a:r>
              <a:rPr lang="en-US" sz="2250" dirty="0" spc="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2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2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tiết,</a:t>
            </a:r>
            <a:r>
              <a:rPr lang="en-US" sz="22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8" name="Shape 16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0" name="Shape 18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2" name="Shape 20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4" name="Shape 22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7" name="Text 25"/>
          <p:cNvSpPr/>
          <p:nvPr/>
        </p:nvSpPr>
        <p:spPr>
          <a:xfrm>
            <a:off x="38481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10/11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fab41d03-0f4d-4723-bdf4-9b6b8d2d5de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2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143000" y="2857500"/>
            <a:ext cx="16002000" cy="857250"/>
          </a:xfrm>
          <a:prstGeom prst="roundRect">
            <a:avLst>
              <a:gd name="adj" fmla="val 17778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3848100"/>
            <a:ext cx="16002000" cy="857250"/>
          </a:xfrm>
          <a:prstGeom prst="roundRect">
            <a:avLst>
              <a:gd name="adj" fmla="val 17778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38700"/>
            <a:ext cx="16002000" cy="857250"/>
          </a:xfrm>
          <a:prstGeom prst="roundRect">
            <a:avLst>
              <a:gd name="adj" fmla="val 17778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5829300"/>
            <a:ext cx="16002000" cy="857250"/>
          </a:xfrm>
          <a:prstGeom prst="roundRect">
            <a:avLst>
              <a:gd name="adj" fmla="val 17778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6819900"/>
            <a:ext cx="16002000" cy="857250"/>
          </a:xfrm>
          <a:prstGeom prst="roundRect">
            <a:avLst>
              <a:gd name="adj" fmla="val 17778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2857500"/>
            <a:ext cx="2476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LLM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4191000" y="2857500"/>
            <a:ext cx="1257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7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Large</a:t>
            </a:r>
            <a:r>
              <a:rPr lang="en-US" sz="2250" dirty="0" spc="-16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r>
              <a:rPr lang="en-US" sz="2250" dirty="0" spc="-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Model</a:t>
            </a:r>
            <a:r>
              <a:rPr lang="en-US" sz="22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-7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25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dirty="0" spc="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524000" y="3848100"/>
            <a:ext cx="2476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GPT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4191000" y="3848100"/>
            <a:ext cx="1257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2250" dirty="0" spc="-17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Pre-trained</a:t>
            </a:r>
            <a:r>
              <a:rPr lang="en-US" sz="2250" dirty="0" spc="-27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Transformer</a:t>
            </a:r>
            <a:r>
              <a:rPr lang="en-US" sz="225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r>
              <a:rPr lang="en-US" sz="225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OpenAI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524000" y="4838700"/>
            <a:ext cx="2476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RLHF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4191000" y="4838700"/>
            <a:ext cx="1257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Reinforcement</a:t>
            </a:r>
            <a:r>
              <a:rPr lang="en-US" sz="2250" dirty="0" spc="-1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225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with</a:t>
            </a:r>
            <a:r>
              <a:rPr lang="en-US" sz="225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Human</a:t>
            </a:r>
            <a:r>
              <a:rPr lang="en-US" sz="2250" dirty="0" spc="-16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Feedback</a:t>
            </a:r>
            <a:r>
              <a:rPr lang="en-US" sz="2250" dirty="0" spc="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250" dirty="0" spc="4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 hồi</a:t>
            </a:r>
            <a:r>
              <a:rPr lang="en-US" sz="225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524000" y="5829300"/>
            <a:ext cx="2476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4191000" y="5829300"/>
            <a:ext cx="1257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r>
              <a:rPr lang="en-US" sz="2250" dirty="0" spc="-19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Programming</a:t>
            </a:r>
            <a:r>
              <a:rPr lang="en-US" sz="2250" dirty="0" spc="-1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r>
              <a:rPr lang="en-US" sz="225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2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250" dirty="0" spc="7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524000" y="6819900"/>
            <a:ext cx="2476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JSON</a:t>
            </a:r>
            <a:endParaRPr lang="en-US" sz="3150" dirty="0"/>
          </a:p>
        </p:txBody>
      </p:sp>
      <p:sp>
        <p:nvSpPr>
          <p:cNvPr id="18" name="Text 16"/>
          <p:cNvSpPr/>
          <p:nvPr/>
        </p:nvSpPr>
        <p:spPr>
          <a:xfrm>
            <a:off x="4191000" y="6819900"/>
            <a:ext cx="1257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8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JavaScript</a:t>
            </a:r>
            <a:r>
              <a:rPr lang="en-US" sz="2250" dirty="0" spc="-1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Object</a:t>
            </a:r>
            <a:r>
              <a:rPr lang="en-US" sz="2250" dirty="0" spc="-1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Notation</a:t>
            </a:r>
            <a:r>
              <a:rPr lang="en-US" sz="2250" dirty="0" spc="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19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250" dirty="0" spc="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-9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250" dirty="0" spc="1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143000" y="8096250"/>
            <a:ext cx="16002000" cy="66675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1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Dựa</a:t>
            </a:r>
            <a:r>
              <a:rPr lang="en-US" sz="1800" dirty="0" spc="-16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dirty="0" spc="-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 của</a:t>
            </a:r>
            <a:r>
              <a:rPr lang="en-US" sz="1800" dirty="0" spc="-1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microsoft/generative-ai-for-beginners</a:t>
            </a:r>
            <a:r>
              <a:rPr lang="en-US" sz="1800" dirty="0" spc="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(MIT</a:t>
            </a:r>
            <a:r>
              <a:rPr lang="en-US" sz="1800" dirty="0" spc="-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License,</a:t>
            </a:r>
            <a:r>
              <a:rPr lang="en-US" sz="180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©</a:t>
            </a:r>
            <a:r>
              <a:rPr lang="en-US" sz="1800" dirty="0" spc="-8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r>
              <a:rPr lang="en-US" sz="1800" dirty="0" spc="-7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Corporation),</a:t>
            </a:r>
            <a:r>
              <a:rPr lang="en-US" sz="1800" dirty="0" spc="-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80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c35bc19.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1" name="Shape 19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2" name="Shape 20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3" name="Shape 21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4" name="Shape 22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6" name="Shape 24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0" name="Shape 28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1" name="Text 29"/>
          <p:cNvSpPr/>
          <p:nvPr/>
        </p:nvSpPr>
        <p:spPr>
          <a:xfrm>
            <a:off x="38481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r>
              <a:rPr lang="en-US" sz="1650" dirty="0" spc="-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11/11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1335eeb6-487c-4b30-a0f5-11e3df57356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2026-10-20T10:11:00Z</dcterms:created>
  <dcterms:modified xsi:type="dcterms:W3CDTF">2026-10-20T10:11:00Z</dcterms:modified>
</cp:coreProperties>
</file>