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embeddedFontLst>
    <p:embeddedFont>
      <p:font typeface="Be Vietnam Pro"/>
      <p:regular r:id="rId21"/>
      <p:bold r:id="rId19"/>
    </p:embeddedFont>
    <p:embeddedFont>
      <p:font typeface="Bricolage Grotesque ExtraBold"/>
      <p:regular r:id="rId20"/>
    </p:embeddedFont>
    <p:embeddedFont>
      <p:font typeface="Be Vietnam Pro Extra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1906250" cy="2505075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Khám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0"/>
            <a:ext cx="10953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nào hợp</a:t>
            </a:r>
            <a:r>
              <a:rPr lang="en-US" sz="255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4102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52578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Nguồn mở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59055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57531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Mô hình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64008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62484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Chia theo thứ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68961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67437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Ba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73914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72390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mô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143000" y="78867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428750" y="77343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Thử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43000" y="83820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82296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Bốn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 thiện</a:t>
            </a:r>
            <a:r>
              <a:rPr lang="en-US" sz="25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716000" y="238125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hợp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00" y="29527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97100" y="29527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78200" y="29527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0" y="41338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41338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3DD6A0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78200" y="41338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0" y="53149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897100" y="53149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78200" y="5314950"/>
            <a:ext cx="990600" cy="990600"/>
          </a:xfrm>
          <a:prstGeom prst="roundRect">
            <a:avLst>
              <a:gd name="adj" fmla="val 17308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897100" y="4133850"/>
            <a:ext cx="990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✓</a:t>
            </a:r>
            <a:endParaRPr lang="en-US" sz="36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aa34c8b3-5547-4d88-9c1c-23ecb002bd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Startup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5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LLM.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 chọn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mình?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57162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7162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mô hình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00825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600825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7029450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029450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Thử, lặp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2058650" y="3429000"/>
            <a:ext cx="5086350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58650" y="3429000"/>
            <a:ext cx="5086350" cy="133350"/>
          </a:xfrm>
          <a:prstGeom prst="roundRect">
            <a:avLst>
              <a:gd name="adj" fmla="val 171429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48727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48727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Text 26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02/12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c7dd45c-f99b-470e-a371-199051d5f4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7810500" cy="5905500"/>
          </a:xfrm>
          <a:prstGeom prst="roundRect">
            <a:avLst>
              <a:gd name="adj" fmla="val 3871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619250" y="33337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315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31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mở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9250" y="3952875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Lõi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bố, giấy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cái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19250" y="4667250"/>
            <a:ext cx="6858000" cy="2571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spcAft>
                <a:spcPts val="1200"/>
              </a:spcAft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</a:t>
            </a:r>
            <a:r>
              <a:rPr lang="en-US" sz="2700" dirty="0" spc="-9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 chi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700" dirty="0"/>
          </a:p>
          <a:p>
            <a:pPr algn="l" indent="0" marL="0">
              <a:lnSpc>
                <a:spcPts val="3645"/>
              </a:lnSpc>
              <a:spcAft>
                <a:spcPts val="1200"/>
              </a:spcAft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</a:t>
            </a:r>
            <a:r>
              <a:rPr lang="en-US" sz="2700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phép,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trì,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619250" y="800100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 Llama,</a:t>
            </a:r>
            <a:r>
              <a:rPr lang="en-US" sz="2100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Mistral,</a:t>
            </a:r>
            <a:r>
              <a:rPr lang="en-US" sz="2100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Hugging</a:t>
            </a:r>
            <a:r>
              <a:rPr lang="en-US" sz="2100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34500" y="2952750"/>
            <a:ext cx="78105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0750" y="33337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độc</a:t>
            </a:r>
            <a:r>
              <a:rPr lang="en-US" sz="31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quyền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810750" y="3952875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10750" y="4667250"/>
            <a:ext cx="6858000" cy="2571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spcAft>
                <a:spcPts val="1200"/>
              </a:spcAft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700" dirty="0"/>
          </a:p>
          <a:p>
            <a:pPr algn="l" indent="0" marL="0">
              <a:lnSpc>
                <a:spcPts val="3645"/>
              </a:lnSpc>
              <a:spcAft>
                <a:spcPts val="1200"/>
              </a:spcAft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810750" y="800100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Gemini,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Text 24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22f1c58-bf64-43b9-989f-ff88b9554d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950" b="1" spc="26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nền, nhiều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xây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314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b="1" dirty="0" spc="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25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3810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spcAft>
                <a:spcPts val="1650"/>
              </a:spcAft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pPr algn="l" indent="0" marL="0">
              <a:lnSpc>
                <a:spcPts val="3780"/>
              </a:lnSpc>
              <a:spcAft>
                <a:spcPts val="1650"/>
              </a:spcAft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endParaRPr lang="en-US" sz="2700" dirty="0"/>
          </a:p>
          <a:p>
            <a:pPr algn="l" indent="0" marL="0">
              <a:lnSpc>
                <a:spcPts val="3780"/>
              </a:lnSpc>
              <a:spcAft>
                <a:spcPts val="1650"/>
              </a:spcAft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pPr algn="l" indent="0" marL="0">
              <a:lnSpc>
                <a:spcPts val="3780"/>
              </a:lnSpc>
              <a:spcAft>
                <a:spcPts val="1650"/>
              </a:spcAft>
              <a:buNone/>
            </a:pPr>
            <a:r>
              <a:rPr lang="en-US" sz="27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lớn: hàng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pPr algn="l" indent="0" marL="0">
              <a:lnSpc>
                <a:spcPts val="3780"/>
              </a:lnSpc>
              <a:buNone/>
            </a:pP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7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0" y="3048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9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sử:</a:t>
            </a:r>
            <a:r>
              <a:rPr lang="en-US" sz="19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ChatGPT</a:t>
            </a:r>
            <a:r>
              <a:rPr lang="en-US" sz="1950" dirty="0" spc="-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239500" y="3619500"/>
            <a:ext cx="4191000" cy="1143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ChatGPT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8" name="Connector line-1792490047343-600120479"/>
          <p:cNvSpPr/>
          <p:nvPr/>
        </p:nvSpPr>
        <p:spPr>
          <a:xfrm flipV="1">
            <a:off x="13335000" y="4905375"/>
            <a:ext cx="0" cy="714375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10382250" y="5715000"/>
            <a:ext cx="5905500" cy="1143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bằng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400" dirty="0"/>
          </a:p>
        </p:txBody>
      </p:sp>
      <p:sp>
        <p:nvSpPr>
          <p:cNvPr id="10" name="Connector line-1792490047347-921312275"/>
          <p:cNvSpPr/>
          <p:nvPr/>
        </p:nvSpPr>
        <p:spPr>
          <a:xfrm flipV="1">
            <a:off x="13335000" y="7000875"/>
            <a:ext cx="0" cy="714375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9525000" y="7810500"/>
            <a:ext cx="7620000" cy="1143000"/>
          </a:xfrm>
          <a:prstGeom prst="roundRect">
            <a:avLst>
              <a:gd name="adj" fmla="val 15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27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27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nền</a:t>
            </a:r>
            <a:r>
              <a:rPr lang="en-US" sz="27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tảng:</a:t>
            </a:r>
            <a:r>
              <a:rPr lang="en-US" sz="27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GPT-3.5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Text 22"/>
          <p:cNvSpPr/>
          <p:nvPr/>
        </p:nvSpPr>
        <p:spPr>
          <a:xfrm>
            <a:off x="4076700" y="94297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04/12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f23f413-91db-4cfa-a0c7-b6a79d84e0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3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72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5076825" cy="4572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571625" y="3476625"/>
            <a:ext cx="1428750" cy="533400"/>
          </a:xfrm>
          <a:prstGeom prst="roundRect">
            <a:avLst>
              <a:gd name="adj" fmla="val 21429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 → số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1625" y="42862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Embedding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571625" y="5000625"/>
            <a:ext cx="4191000" cy="2381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600825" y="3048000"/>
            <a:ext cx="5076825" cy="4572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7029450" y="347662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7150" y="3476625"/>
            <a:ext cx="533400" cy="533400"/>
          </a:xfrm>
          <a:prstGeom prst="ellipse">
            <a:avLst/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7029450" y="42862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0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Tạo</a:t>
            </a:r>
            <a:r>
              <a:rPr lang="en-US" sz="31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ảnh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7029450" y="5000625"/>
            <a:ext cx="4191000" cy="2381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058650" y="3048000"/>
            <a:ext cx="5086350" cy="4572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487275" y="3476625"/>
            <a:ext cx="1428750" cy="533400"/>
          </a:xfrm>
          <a:prstGeom prst="roundRect">
            <a:avLst>
              <a:gd name="adj" fmla="val 21429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Aa</a:t>
            </a:r>
            <a:r>
              <a:rPr lang="en-US" sz="19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{</a:t>
            </a:r>
            <a:r>
              <a:rPr lang="en-US" sz="19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}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87275" y="42862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0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Tạo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chữ</a:t>
            </a:r>
            <a:r>
              <a:rPr lang="en-US" sz="315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1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code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2487275" y="5000625"/>
            <a:ext cx="4191000" cy="2381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lời;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43000" y="7905750"/>
            <a:ext cx="160020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7905750"/>
            <a:ext cx="152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cả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video. 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05/12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04bddf88-a019-42bb-b1e9-a012587a9a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KIẾN</a:t>
            </a:r>
            <a:r>
              <a:rPr lang="en-US" sz="1950" b="1" spc="2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Soạn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16002000" cy="7620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 KIẾN</a:t>
            </a:r>
            <a:r>
              <a:rPr lang="en-US" sz="2100" b="1" dirty="0" spc="-1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05500" y="3143250"/>
            <a:ext cx="781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GIỐNG AI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97000" y="3143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3905250"/>
            <a:ext cx="16002000" cy="1524000"/>
          </a:xfrm>
          <a:prstGeom prst="rect">
            <a:avLst/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39052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28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decoder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905500" y="39052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 phần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097000" y="390525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GPT,</a:t>
            </a:r>
            <a:r>
              <a:rPr lang="en-US" sz="25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43000" y="5429250"/>
            <a:ext cx="16002000" cy="1524000"/>
          </a:xfrm>
          <a:prstGeom prst="rect">
            <a:avLst/>
          </a:prstGeom>
          <a:solidFill>
            <a:srgbClr val="F3DFB8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4292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28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encoder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5905500" y="54292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án;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4097000" y="542925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BERT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43000" y="6953250"/>
            <a:ext cx="16002000" cy="1524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4000" y="69532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Encoder-decoder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5905500" y="69532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4097000" y="695325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BART,</a:t>
            </a:r>
            <a:r>
              <a:rPr lang="en-US" sz="25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T5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Text 30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06/12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18dc6fc-8801-46bd-ae56-20df857d98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8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8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7200" dirty="0"/>
          </a:p>
        </p:txBody>
      </p:sp>
      <p:sp>
        <p:nvSpPr>
          <p:cNvPr id="4" name="Connector line-1792490097227-758636164"/>
          <p:cNvSpPr/>
          <p:nvPr/>
        </p:nvSpPr>
        <p:spPr>
          <a:xfrm flipH="1" flipV="1">
            <a:off x="4095750" y="4000500"/>
            <a:ext cx="5048250" cy="1714500"/>
          </a:xfrm>
          <a:prstGeom prst="line">
            <a:avLst/>
          </a:prstGeom>
          <a:noFill/>
          <a:ln w="3810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5" name="Connector line-1792490097227-699276042"/>
          <p:cNvSpPr/>
          <p:nvPr/>
        </p:nvSpPr>
        <p:spPr>
          <a:xfrm flipV="1">
            <a:off x="9144000" y="4000500"/>
            <a:ext cx="5048250" cy="1714500"/>
          </a:xfrm>
          <a:prstGeom prst="line">
            <a:avLst/>
          </a:prstGeom>
          <a:noFill/>
          <a:ln w="3810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6" name="Connector line-1792490097227-515407079"/>
          <p:cNvSpPr/>
          <p:nvPr/>
        </p:nvSpPr>
        <p:spPr>
          <a:xfrm flipH="1">
            <a:off x="4095750" y="5715000"/>
            <a:ext cx="5048250" cy="1905000"/>
          </a:xfrm>
          <a:prstGeom prst="line">
            <a:avLst/>
          </a:prstGeom>
          <a:noFill/>
          <a:ln w="3810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7" name="Connector line-1792490097228-215578559"/>
          <p:cNvSpPr/>
          <p:nvPr/>
        </p:nvSpPr>
        <p:spPr>
          <a:xfrm>
            <a:off x="9144000" y="5715000"/>
            <a:ext cx="5048250" cy="1905000"/>
          </a:xfrm>
          <a:prstGeom prst="line">
            <a:avLst/>
          </a:prstGeom>
          <a:noFill/>
          <a:ln w="3810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715250" y="4286250"/>
            <a:ext cx="2857500" cy="2857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7715250" y="4286250"/>
            <a:ext cx="285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714500" y="3333750"/>
            <a:ext cx="47625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0250" y="3333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tokenizer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811000" y="3333750"/>
            <a:ext cx="47625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96750" y="3333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714500" y="6953250"/>
            <a:ext cx="47625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2000250" y="69532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811000" y="6953250"/>
            <a:ext cx="47625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096750" y="69532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3000" y="8477250"/>
            <a:ext cx="1600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1950" dirty="0" spc="-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19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r>
              <a:rPr lang="en-US" sz="19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Service, tính</a:t>
            </a:r>
            <a:r>
              <a:rPr lang="en-US" sz="19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195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9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Text 29"/>
          <p:cNvSpPr/>
          <p:nvPr/>
        </p:nvSpPr>
        <p:spPr>
          <a:xfrm>
            <a:off x="4076700" y="94297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07/12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f67e90c-c2fe-4ed6-a220-5261a09e04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95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2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thật,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2762250"/>
            <a:ext cx="1600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4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3810000"/>
            <a:ext cx="2857500" cy="3429000"/>
          </a:xfrm>
          <a:prstGeom prst="roundRect">
            <a:avLst>
              <a:gd name="adj" fmla="val 7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19600" y="3810000"/>
            <a:ext cx="2857500" cy="3429000"/>
          </a:xfrm>
          <a:prstGeom prst="roundRect">
            <a:avLst>
              <a:gd name="adj" fmla="val 7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96200" y="3810000"/>
            <a:ext cx="2857500" cy="3429000"/>
          </a:xfrm>
          <a:prstGeom prst="roundRect">
            <a:avLst>
              <a:gd name="adj" fmla="val 7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3810000"/>
            <a:ext cx="2857500" cy="3429000"/>
          </a:xfrm>
          <a:prstGeom prst="roundRect">
            <a:avLst>
              <a:gd name="adj" fmla="val 7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49400" y="3810000"/>
            <a:ext cx="2857500" cy="3429000"/>
          </a:xfrm>
          <a:prstGeom prst="roundRect">
            <a:avLst>
              <a:gd name="adj" fmla="val 7333"/>
            </a:avLst>
          </a:prstGeom>
          <a:solidFill>
            <a:srgbClr val="E8472B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Connector line-1792490113368-929628981"/>
          <p:cNvSpPr/>
          <p:nvPr/>
        </p:nvSpPr>
        <p:spPr>
          <a:xfrm>
            <a:off x="4038600" y="5524500"/>
            <a:ext cx="3429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1" name="Connector line-1792490113368-577602169"/>
          <p:cNvSpPr/>
          <p:nvPr/>
        </p:nvSpPr>
        <p:spPr>
          <a:xfrm>
            <a:off x="7315200" y="5524500"/>
            <a:ext cx="3429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490113369-590691675"/>
          <p:cNvSpPr/>
          <p:nvPr/>
        </p:nvSpPr>
        <p:spPr>
          <a:xfrm>
            <a:off x="10591800" y="5524500"/>
            <a:ext cx="3429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3" name="Connector line-1792490113369-720421878"/>
          <p:cNvSpPr/>
          <p:nvPr/>
        </p:nvSpPr>
        <p:spPr>
          <a:xfrm>
            <a:off x="13868400" y="5524500"/>
            <a:ext cx="3429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1428750" y="40957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428750" y="51435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4705350" y="40957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705350" y="51435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981950" y="40957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981950" y="51435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1258550" y="40957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1258550" y="51435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4535150" y="40957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4535150" y="5143500"/>
            <a:ext cx="2286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55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cho</a:t>
            </a:r>
            <a:r>
              <a:rPr lang="en-US" sz="2550" dirty="0" spc="2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43000" y="7810500"/>
            <a:ext cx="1600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 chỉnh</a:t>
            </a:r>
            <a:r>
              <a:rPr lang="en-US" sz="22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7" name="Text 35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08/12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7faec5ae-c3de-4d06-a468-f0ca81f8dd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8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bậc,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2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4476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6000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7524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54000" y="344805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1F3FD1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954000" y="4972050"/>
            <a:ext cx="2000250" cy="342900"/>
          </a:xfrm>
          <a:prstGeom prst="roundRect">
            <a:avLst>
              <a:gd name="adj" fmla="val 50000"/>
            </a:avLst>
          </a:prstGeom>
          <a:solidFill>
            <a:srgbClr val="1F3FD1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954000" y="6496050"/>
            <a:ext cx="3048000" cy="342900"/>
          </a:xfrm>
          <a:prstGeom prst="roundRect">
            <a:avLst>
              <a:gd name="adj" fmla="val 50000"/>
            </a:avLst>
          </a:prstGeom>
          <a:solidFill>
            <a:srgbClr val="1F3FD1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0" y="8020050"/>
            <a:ext cx="3810000" cy="342900"/>
          </a:xfrm>
          <a:prstGeom prst="roundRect">
            <a:avLst>
              <a:gd name="adj" fmla="val 50000"/>
            </a:avLst>
          </a:prstGeom>
          <a:solidFill>
            <a:srgbClr val="1F3FD1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2952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71750" y="2952750"/>
            <a:ext cx="1009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tiết,</a:t>
            </a:r>
            <a:r>
              <a:rPr lang="en-US" sz="27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524000" y="4476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571750" y="4476750"/>
            <a:ext cx="1009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</a:t>
            </a:r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 thêm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524000" y="6000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2571750" y="6000750"/>
            <a:ext cx="1009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ví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524000" y="7524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2571750" y="7524750"/>
            <a:ext cx="1009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2954000" y="257175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3" name="Text 31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09/12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42d8080-5b57-46d3-ba64-47e1478e21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4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b="1" spc="2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2476500"/>
            <a:ext cx="152400" cy="24765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2286000"/>
            <a:ext cx="14859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78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8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cảnh:</a:t>
            </a:r>
            <a:r>
              <a:rPr lang="en-US" sz="78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714500" y="5905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714500" y="6667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khuôn,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giọng</a:t>
            </a:r>
            <a:r>
              <a:rPr lang="en-US" sz="270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văn:</a:t>
            </a:r>
            <a:r>
              <a:rPr lang="en-US" sz="27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Text 17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10/12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393ccc3-c8e3-4a78-92f0-c302e150b7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thiện</a:t>
            </a:r>
            <a:r>
              <a:rPr lang="en-US" sz="7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4191000"/>
            <a:ext cx="160020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5429250"/>
            <a:ext cx="160020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4000" y="2952750"/>
            <a:ext cx="95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571750" y="2952750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524000" y="4191000"/>
            <a:ext cx="95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571750" y="4191000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524000" y="5429250"/>
            <a:ext cx="95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71750" y="5429250"/>
            <a:ext cx="1409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143000" y="6858000"/>
            <a:ext cx="16002000" cy="1905000"/>
          </a:xfrm>
          <a:prstGeom prst="roundRect">
            <a:avLst>
              <a:gd name="adj" fmla="val 1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000" y="7048500"/>
            <a:ext cx="1524000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ba.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cảnh;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riêng;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 cố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11/12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5e689db-6927-45bf-a520-dc63d098eb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04775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52750"/>
            <a:ext cx="247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91000" y="2952750"/>
            <a:ext cx="1257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4191000"/>
            <a:ext cx="16002000" cy="104775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191000"/>
            <a:ext cx="247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91000" y="4191000"/>
            <a:ext cx="1257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Retrieval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Augmented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Generation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" y="5429250"/>
            <a:ext cx="16002000" cy="104775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429250"/>
            <a:ext cx="247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91000" y="5429250"/>
            <a:ext cx="1257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Pre-trained</a:t>
            </a:r>
            <a:r>
              <a:rPr lang="en-US" sz="24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họ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723900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80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Corporation),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Text 24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0e2348a-1774-4302-b8be-f10cf4fb58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2026-10-20T09:59:33Z</dcterms:created>
  <dcterms:modified xsi:type="dcterms:W3CDTF">2026-10-20T09:59:33Z</dcterms:modified>
</cp:coreProperties>
</file>