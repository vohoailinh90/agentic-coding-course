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embeddedFontLst>
    <p:embeddedFont>
      <p:font typeface="Be Vietnam Pro"/>
      <p:regular r:id="rId21"/>
      <p:bold r:id="rId19"/>
    </p:embeddedFont>
    <p:embeddedFont>
      <p:font typeface="Bricolage Grotesque ExtraBold"/>
      <p:regular r:id="rId20"/>
    </p:embeddedFont>
    <p:embeddedFont>
      <p:font typeface="JetBrains Mono"/>
      <p:regular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8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29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33350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Viết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nâng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1143000" y="2857500"/>
            <a:ext cx="10953750" cy="952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6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25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5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550" dirty="0" spc="-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1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550" dirty="0" spc="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mô</a:t>
            </a:r>
            <a:r>
              <a:rPr lang="en-US" sz="25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550" dirty="0" spc="-2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đúng hơn?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1143000" y="44577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43053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Prompt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</a:t>
            </a:r>
            <a:r>
              <a:rPr lang="en-US" sz="255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chứa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43000" y="49911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8" name="Text 6"/>
          <p:cNvSpPr/>
          <p:nvPr/>
        </p:nvSpPr>
        <p:spPr>
          <a:xfrm>
            <a:off x="1428750" y="48387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Bảy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 viết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143000" y="55245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0" name="Text 8"/>
          <p:cNvSpPr/>
          <p:nvPr/>
        </p:nvSpPr>
        <p:spPr>
          <a:xfrm>
            <a:off x="1428750" y="53721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Chuỗi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 luận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143000" y="60579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59055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Kiến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5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43000" y="6591300"/>
            <a:ext cx="152400" cy="1524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64389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</a:t>
            </a:r>
            <a:r>
              <a:rPr lang="en-US" sz="2550" dirty="0" spc="-6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Từ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143000" y="7124700"/>
            <a:ext cx="152400" cy="1524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428750" y="69723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</a:t>
            </a:r>
            <a:r>
              <a:rPr lang="en-US" sz="2550" dirty="0" spc="-6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Tự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43000" y="7658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8" name="Text 16"/>
          <p:cNvSpPr/>
          <p:nvPr/>
        </p:nvSpPr>
        <p:spPr>
          <a:xfrm>
            <a:off x="1428750" y="75057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</a:t>
            </a:r>
            <a:r>
              <a:rPr lang="en-US" sz="255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Temperature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143000" y="8191500"/>
            <a:ext cx="152400" cy="1524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20" name="Text 18"/>
          <p:cNvSpPr/>
          <p:nvPr/>
        </p:nvSpPr>
        <p:spPr>
          <a:xfrm>
            <a:off x="1428750" y="8039100"/>
            <a:ext cx="952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 Cách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2001500" y="4381500"/>
            <a:ext cx="51435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</a:t>
            </a: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- 2</a:t>
            </a: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+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3000" dirty="0"/>
          </a:p>
        </p:txBody>
      </p:sp>
      <p:sp>
        <p:nvSpPr>
          <p:cNvPr id="22" name="Connector line-1792491112386-71423297"/>
          <p:cNvSpPr/>
          <p:nvPr/>
        </p:nvSpPr>
        <p:spPr>
          <a:xfrm>
            <a:off x="14573250" y="5381625"/>
            <a:ext cx="0" cy="571500"/>
          </a:xfrm>
          <a:prstGeom prst="line">
            <a:avLst/>
          </a:prstGeom>
          <a:noFill/>
          <a:ln w="38100">
            <a:solidFill>
              <a:srgbClr val="8A877F"/>
            </a:solidFill>
            <a:prstDash val="solid"/>
            <a:headEnd type="none"/>
            <a:tailEnd type="triangle" w="lg" len="lg"/>
          </a:ln>
        </p:spPr>
      </p:sp>
      <p:sp>
        <p:nvSpPr>
          <p:cNvPr id="23" name="Text 21"/>
          <p:cNvSpPr/>
          <p:nvPr/>
        </p:nvSpPr>
        <p:spPr>
          <a:xfrm>
            <a:off x="12001500" y="6096000"/>
            <a:ext cx="5143500" cy="1524000"/>
          </a:xfrm>
          <a:prstGeom prst="roundRect">
            <a:avLst>
              <a:gd name="adj" fmla="val 1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=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</a:t>
            </a:r>
            <a:endParaRPr lang="en-US" sz="72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b81b816-35d9-44b9-a2ce-a9297cca23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600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143000" y="2286000"/>
            <a:ext cx="1600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3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5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5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5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5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5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550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kia.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143000" y="342900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429000"/>
            <a:ext cx="7810500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571625" y="3905250"/>
            <a:ext cx="6953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571625" y="5143500"/>
            <a:ext cx="6953250" cy="2476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 dụng kỹ</a:t>
            </a:r>
            <a:r>
              <a:rPr lang="en-US" sz="30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30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334500" y="3429000"/>
            <a:ext cx="7810500" cy="4572000"/>
          </a:xfrm>
          <a:prstGeom prst="roundRect">
            <a:avLst>
              <a:gd name="adj" fmla="val 5000"/>
            </a:avLst>
          </a:prstGeom>
          <a:solidFill>
            <a:srgbClr val="E8E0CF"/>
          </a:solidFill>
          <a:ln/>
        </p:spPr>
      </p:sp>
      <p:sp>
        <p:nvSpPr>
          <p:cNvPr id="9" name="Shape 7"/>
          <p:cNvSpPr/>
          <p:nvPr/>
        </p:nvSpPr>
        <p:spPr>
          <a:xfrm>
            <a:off x="9334500" y="3429000"/>
            <a:ext cx="7810500" cy="133350"/>
          </a:xfrm>
          <a:prstGeom prst="roundRect">
            <a:avLst>
              <a:gd name="adj" fmla="val 171429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763125" y="3905250"/>
            <a:ext cx="6953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02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763125" y="5143500"/>
            <a:ext cx="6953250" cy="24765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30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3000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30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30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30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30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3000" dirty="0" spc="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3" name="Shape 11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Text 22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02/12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d2c077c-c5fd-4d69-a84b-42c770f8b1f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b="1" spc="28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 GIẢN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"Tạo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10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địa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lý"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276225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2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b="1" spc="15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b="1" spc="15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250" b="1" spc="10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334500" y="2762250"/>
            <a:ext cx="7810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2250" b="1" spc="15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250" b="1" spc="13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2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b="1" spc="1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143000" y="3429000"/>
            <a:ext cx="38100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371475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Ngữ</a:t>
            </a:r>
            <a:r>
              <a:rPr lang="en-US" sz="3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524000" y="447675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"địa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lý"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5143500" y="3429000"/>
            <a:ext cx="3810000" cy="2857500"/>
          </a:xfrm>
          <a:prstGeom prst="roundRect">
            <a:avLst>
              <a:gd name="adj" fmla="val 80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5524500" y="371475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6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33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5524500" y="447675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0" y="3429000"/>
            <a:ext cx="38100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5500" y="371475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Quá</a:t>
            </a:r>
            <a:r>
              <a:rPr lang="en-US" sz="3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rộng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9715500" y="447675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Nước,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sông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ngòi?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3335000" y="3429000"/>
            <a:ext cx="3810000" cy="2857500"/>
          </a:xfrm>
          <a:prstGeom prst="roundRect">
            <a:avLst>
              <a:gd name="adj" fmla="val 8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716000" y="3714750"/>
            <a:ext cx="3048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Định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endParaRPr lang="en-US" sz="3300" dirty="0"/>
          </a:p>
        </p:txBody>
      </p:sp>
      <p:sp>
        <p:nvSpPr>
          <p:cNvPr id="17" name="Text 15"/>
          <p:cNvSpPr/>
          <p:nvPr/>
        </p:nvSpPr>
        <p:spPr>
          <a:xfrm>
            <a:off x="13716000" y="4476750"/>
            <a:ext cx="3048000" cy="1524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riêng?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143000" y="6953250"/>
            <a:ext cx="16002000" cy="10477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2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00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nảy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LLM: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sẵn,</a:t>
            </a:r>
            <a:r>
              <a:rPr lang="en-US" sz="24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-3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03/12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6a156b11-872d-4d3f-8fd9-435426a5c7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1950" b="1" spc="26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8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Bảy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kỹ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16002000" cy="609600"/>
          </a:xfrm>
          <a:prstGeom prst="roundRect">
            <a:avLst>
              <a:gd name="adj" fmla="val 21875"/>
            </a:avLst>
          </a:prstGeom>
          <a:solidFill>
            <a:srgbClr val="3DD6A0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2762250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195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239000" y="2762250"/>
            <a:ext cx="9525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143000" y="3371850"/>
            <a:ext cx="16002000" cy="781050"/>
          </a:xfrm>
          <a:prstGeom prst="rect">
            <a:avLst/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1143000" y="4152900"/>
            <a:ext cx="16002000" cy="781050"/>
          </a:xfrm>
          <a:prstGeom prst="rect">
            <a:avLst/>
          </a:prstGeom>
          <a:solidFill>
            <a:srgbClr val="181B23"/>
          </a:solidFill>
          <a:ln/>
        </p:spPr>
      </p:sp>
      <p:sp>
        <p:nvSpPr>
          <p:cNvPr id="9" name="Shape 7"/>
          <p:cNvSpPr/>
          <p:nvPr/>
        </p:nvSpPr>
        <p:spPr>
          <a:xfrm>
            <a:off x="1143000" y="4933950"/>
            <a:ext cx="16002000" cy="781050"/>
          </a:xfrm>
          <a:prstGeom prst="rect">
            <a:avLst/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1143000" y="5715000"/>
            <a:ext cx="16002000" cy="781050"/>
          </a:xfrm>
          <a:prstGeom prst="rect">
            <a:avLst/>
          </a:prstGeom>
          <a:solidFill>
            <a:srgbClr val="181B23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6496050"/>
            <a:ext cx="16002000" cy="781050"/>
          </a:xfrm>
          <a:prstGeom prst="rect">
            <a:avLst/>
          </a:prstGeom>
          <a:solidFill>
            <a:srgbClr val="1E212B"/>
          </a:solidFill>
          <a:ln/>
        </p:spPr>
      </p:sp>
      <p:sp>
        <p:nvSpPr>
          <p:cNvPr id="12" name="Shape 10"/>
          <p:cNvSpPr/>
          <p:nvPr/>
        </p:nvSpPr>
        <p:spPr>
          <a:xfrm>
            <a:off x="1143000" y="7277100"/>
            <a:ext cx="16002000" cy="781050"/>
          </a:xfrm>
          <a:prstGeom prst="rect">
            <a:avLst/>
          </a:prstGeom>
          <a:solidFill>
            <a:srgbClr val="181B23"/>
          </a:solidFill>
          <a:ln/>
        </p:spPr>
      </p:sp>
      <p:sp>
        <p:nvSpPr>
          <p:cNvPr id="13" name="Shape 11"/>
          <p:cNvSpPr/>
          <p:nvPr/>
        </p:nvSpPr>
        <p:spPr>
          <a:xfrm>
            <a:off x="1143000" y="8058150"/>
            <a:ext cx="16002000" cy="781050"/>
          </a:xfrm>
          <a:prstGeom prst="rect">
            <a:avLst/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337185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Zero-shot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239000" y="3371850"/>
            <a:ext cx="952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prompt,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524000" y="415290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3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Few-shot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239000" y="4152900"/>
            <a:ext cx="952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Kèm</a:t>
            </a: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-1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250" dirty="0" spc="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524000" y="493395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 suy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239000" y="4933950"/>
            <a:ext cx="952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250" dirty="0" spc="2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524000" y="571500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4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239000" y="5715000"/>
            <a:ext cx="952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250" dirty="0" spc="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1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524000" y="649605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8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239000" y="6496050"/>
            <a:ext cx="952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nhỏ,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lần</a:t>
            </a:r>
            <a:r>
              <a:rPr lang="en-US" sz="2250" dirty="0" spc="8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24000" y="727710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8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39000" y="7277100"/>
            <a:ext cx="952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Phê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 câu</a:t>
            </a:r>
            <a:r>
              <a:rPr lang="en-US" sz="2250" dirty="0" spc="-2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lời,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nhờ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lại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524000" y="8058150"/>
            <a:ext cx="5334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239000" y="8058150"/>
            <a:ext cx="95250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5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Bắt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dirty="0" spc="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3" name="Shape 31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4" name="Shape 32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5" name="Shape 33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6" name="Shape 34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7" name="Shape 35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8" name="Shape 36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9" name="Shape 37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40" name="Text 38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04/12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e88ff6e3-eb6b-485b-b703-6d250cb46c1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950" b="1" spc="3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950" b="1" spc="29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Alice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mấy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6900" dirty="0" spc="-4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7810500" cy="5905500"/>
          </a:xfrm>
          <a:prstGeom prst="roundRect">
            <a:avLst>
              <a:gd name="adj" fmla="val 38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3190875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THẲNG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71625" y="3810000"/>
            <a:ext cx="6953250" cy="2381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 ném</a:t>
            </a:r>
            <a:r>
              <a:rPr lang="en-US" sz="2550" dirty="0" spc="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Bob</a:t>
            </a:r>
            <a:r>
              <a:rPr lang="en-US" sz="25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quả?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571625" y="6667500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3810000" y="68770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334500" y="2857500"/>
            <a:ext cx="7810500" cy="5905500"/>
          </a:xfrm>
          <a:prstGeom prst="roundRect">
            <a:avLst>
              <a:gd name="adj" fmla="val 3871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9763125" y="3190875"/>
            <a:ext cx="6953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100" b="1" spc="14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b="1" spc="15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b="1" spc="14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100" b="1" spc="1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763125" y="3810000"/>
            <a:ext cx="695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Lisa: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quả,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 lại 1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763125" y="4476750"/>
            <a:ext cx="4000500" cy="1809750"/>
          </a:xfrm>
          <a:prstGeom prst="roundRect">
            <a:avLst>
              <a:gd name="adj" fmla="val 7368"/>
            </a:avLst>
          </a:prstGeom>
          <a:solidFill>
            <a:srgbClr val="FBF8F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48875" y="4619625"/>
            <a:ext cx="3619500" cy="1619250"/>
          </a:xfrm>
          <a:prstGeom prst="rect">
            <a:avLst/>
          </a:prstGeom>
          <a:noFill/>
          <a:ln/>
        </p:spPr>
        <p:txBody>
          <a:bodyPr wrap="square" lIns="0" tIns="-730" rIns="0" bIns="730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7 - 1 = 6</a:t>
            </a:r>
            <a:endParaRPr lang="en-US" sz="2250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6 - 4 = 2</a:t>
            </a:r>
            <a:endParaRPr lang="en-US" sz="2250" dirty="0"/>
          </a:p>
          <a:p>
            <a:pPr algn="l" indent="0" marL="0">
              <a:lnSpc>
                <a:spcPts val="3263"/>
              </a:lnSpc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 + 1 = 3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4049375" y="4476750"/>
            <a:ext cx="28575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ctr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câu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Alice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763125" y="6667500"/>
            <a:ext cx="285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0" dirty="0" spc="2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9000" dirty="0"/>
          </a:p>
        </p:txBody>
      </p:sp>
      <p:sp>
        <p:nvSpPr>
          <p:cNvPr id="16" name="Text 14"/>
          <p:cNvSpPr/>
          <p:nvPr/>
        </p:nvSpPr>
        <p:spPr>
          <a:xfrm>
            <a:off x="12001500" y="6877050"/>
            <a:ext cx="476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Đúng:</a:t>
            </a:r>
            <a:r>
              <a:rPr lang="en-US" sz="25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- 3 -</a:t>
            </a:r>
            <a:r>
              <a:rPr lang="en-US" sz="25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+ 1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Text 27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05/12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d28be11-6620-40a2-94f8-b1165dff547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1950" b="1" spc="23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950" b="1" spc="28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Prompt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 ty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4572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524000" y="38100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5" kern="0">
                <a:solidFill>
                  <a:srgbClr val="F3EE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{{budget}}</a:t>
            </a:r>
            <a:endParaRPr lang="en-US" sz="2550" dirty="0"/>
          </a:p>
        </p:txBody>
      </p:sp>
      <p:sp>
        <p:nvSpPr>
          <p:cNvPr id="7" name="Connector line-1792491172730-838083884"/>
          <p:cNvSpPr/>
          <p:nvPr/>
        </p:nvSpPr>
        <p:spPr>
          <a:xfrm>
            <a:off x="5857875" y="4000500"/>
            <a:ext cx="8572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0" y="3048000"/>
            <a:ext cx="4572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0" y="3238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-3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239000" y="38100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400" dirty="0"/>
          </a:p>
        </p:txBody>
      </p:sp>
      <p:sp>
        <p:nvSpPr>
          <p:cNvPr id="11" name="Connector line-1792491172735-271452140"/>
          <p:cNvSpPr/>
          <p:nvPr/>
        </p:nvSpPr>
        <p:spPr>
          <a:xfrm>
            <a:off x="11572875" y="4000500"/>
            <a:ext cx="8572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2573000" y="3048000"/>
            <a:ext cx="4572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 w="19050">
            <a:solidFill>
              <a:srgbClr val="8A87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0" y="3238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950" b="1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 1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2954000" y="38100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 nhân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thọ,</a:t>
            </a:r>
            <a:r>
              <a:rPr lang="en-US" sz="24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1200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USD</a:t>
            </a:r>
            <a:endParaRPr lang="en-US" sz="2400" dirty="0"/>
          </a:p>
        </p:txBody>
      </p:sp>
      <p:sp>
        <p:nvSpPr>
          <p:cNvPr id="15" name="Connector line-1792491172742-633116342"/>
          <p:cNvSpPr/>
          <p:nvPr/>
        </p:nvSpPr>
        <p:spPr>
          <a:xfrm>
            <a:off x="14859000" y="5095875"/>
            <a:ext cx="0" cy="428625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6" name="Connector line-1792491172742-555753153"/>
          <p:cNvSpPr/>
          <p:nvPr/>
        </p:nvSpPr>
        <p:spPr>
          <a:xfrm flipH="1">
            <a:off x="3429000" y="5524500"/>
            <a:ext cx="11430000" cy="0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7" name="Connector line-1792491172742-334173497"/>
          <p:cNvSpPr/>
          <p:nvPr/>
        </p:nvSpPr>
        <p:spPr>
          <a:xfrm>
            <a:off x="3429000" y="5524500"/>
            <a:ext cx="0" cy="428625"/>
          </a:xfrm>
          <a:prstGeom prst="line">
            <a:avLst/>
          </a:prstGeom>
          <a:noFill/>
          <a:ln w="38100">
            <a:solidFill>
              <a:srgbClr val="7C93FF"/>
            </a:solidFill>
            <a:prstDash val="solid"/>
            <a:headEnd type="none"/>
            <a:tailEnd type="triangle" w="lg" len="lg"/>
          </a:ln>
        </p:spPr>
      </p:sp>
      <p:sp>
        <p:nvSpPr>
          <p:cNvPr id="18" name="Shape 16"/>
          <p:cNvSpPr/>
          <p:nvPr/>
        </p:nvSpPr>
        <p:spPr>
          <a:xfrm>
            <a:off x="1143000" y="6096000"/>
            <a:ext cx="4572000" cy="1905000"/>
          </a:xfrm>
          <a:prstGeom prst="roundRect">
            <a:avLst>
              <a:gd name="adj" fmla="val 12000"/>
            </a:avLst>
          </a:prstGeom>
          <a:solidFill>
            <a:srgbClr val="1E212B"/>
          </a:solidFill>
          <a:ln/>
        </p:spPr>
      </p:sp>
      <p:sp>
        <p:nvSpPr>
          <p:cNvPr id="19" name="Text 17"/>
          <p:cNvSpPr/>
          <p:nvPr/>
        </p:nvSpPr>
        <p:spPr>
          <a:xfrm>
            <a:off x="1524000" y="6286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1950" b="1" dirty="0" spc="-1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524000" y="68580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24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type, cost,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restrict</a:t>
            </a:r>
            <a:endParaRPr lang="en-US" sz="2400" dirty="0"/>
          </a:p>
        </p:txBody>
      </p:sp>
      <p:sp>
        <p:nvSpPr>
          <p:cNvPr id="21" name="Connector line-1792491172747-198958207"/>
          <p:cNvSpPr/>
          <p:nvPr/>
        </p:nvSpPr>
        <p:spPr>
          <a:xfrm>
            <a:off x="5857875" y="7048500"/>
            <a:ext cx="85725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858000" y="6096000"/>
            <a:ext cx="4572000" cy="1905000"/>
          </a:xfrm>
          <a:prstGeom prst="roundRect">
            <a:avLst>
              <a:gd name="adj" fmla="val 12000"/>
            </a:avLst>
          </a:prstGeom>
          <a:solidFill>
            <a:srgbClr val="7C93FF"/>
          </a:solidFill>
          <a:ln/>
        </p:spPr>
      </p:sp>
      <p:sp>
        <p:nvSpPr>
          <p:cNvPr id="23" name="Text 21"/>
          <p:cNvSpPr/>
          <p:nvPr/>
        </p:nvSpPr>
        <p:spPr>
          <a:xfrm>
            <a:off x="7239000" y="6286500"/>
            <a:ext cx="381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7239000" y="6858000"/>
            <a:ext cx="3810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hiểm</a:t>
            </a:r>
            <a:r>
              <a:rPr lang="en-US" sz="2400" b="1" dirty="0" spc="-3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rẻ,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500 USD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573000" y="6286500"/>
            <a:ext cx="4572000" cy="1714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</a:t>
            </a:r>
            <a:r>
              <a:rPr lang="en-US" sz="240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40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00" dirty="0" spc="1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0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giản,</a:t>
            </a:r>
            <a:r>
              <a:rPr lang="en-US" sz="240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0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-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400" dirty="0" spc="2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ưu</a:t>
            </a:r>
            <a:r>
              <a:rPr lang="en-US" sz="240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prompt.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7" name="Shape 25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8" name="Shape 26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9" name="Shape 27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0" name="Shape 28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32" name="Shape 30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3" name="Shape 31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4" name="Shape 32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6" name="Shape 34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7" name="Shape 35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38" name="Text 36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06/12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199ddedd-4ad6-4542-a1ec-4a90061523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 NHỎ</a:t>
            </a:r>
            <a:r>
              <a:rPr lang="en-US" sz="1950" b="1" spc="27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 LỚN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Chia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nhỏ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2762250"/>
            <a:ext cx="16002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Prompt: "Làm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4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40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nào?"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43000" y="3619500"/>
            <a:ext cx="11430000" cy="857250"/>
          </a:xfrm>
          <a:prstGeom prst="roundRect">
            <a:avLst>
              <a:gd name="adj" fmla="val 17778"/>
            </a:avLst>
          </a:prstGeom>
          <a:solidFill>
            <a:srgbClr val="F3DFB8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4648200"/>
            <a:ext cx="10972800" cy="857250"/>
          </a:xfrm>
          <a:prstGeom prst="roundRect">
            <a:avLst>
              <a:gd name="adj" fmla="val 17778"/>
            </a:avLst>
          </a:prstGeom>
          <a:solidFill>
            <a:srgbClr val="F3DFB8"/>
          </a:solidFill>
          <a:ln/>
        </p:spPr>
      </p:sp>
      <p:sp>
        <p:nvSpPr>
          <p:cNvPr id="7" name="Shape 5"/>
          <p:cNvSpPr/>
          <p:nvPr/>
        </p:nvSpPr>
        <p:spPr>
          <a:xfrm>
            <a:off x="2057400" y="5676900"/>
            <a:ext cx="10515600" cy="857250"/>
          </a:xfrm>
          <a:prstGeom prst="roundRect">
            <a:avLst>
              <a:gd name="adj" fmla="val 17778"/>
            </a:avLst>
          </a:prstGeom>
          <a:solidFill>
            <a:srgbClr val="F3DFB8"/>
          </a:solidFill>
          <a:ln/>
        </p:spPr>
      </p:sp>
      <p:sp>
        <p:nvSpPr>
          <p:cNvPr id="8" name="Shape 6"/>
          <p:cNvSpPr/>
          <p:nvPr/>
        </p:nvSpPr>
        <p:spPr>
          <a:xfrm>
            <a:off x="2514600" y="6705600"/>
            <a:ext cx="10058400" cy="857250"/>
          </a:xfrm>
          <a:prstGeom prst="roundRect">
            <a:avLst>
              <a:gd name="adj" fmla="val 17778"/>
            </a:avLst>
          </a:prstGeom>
          <a:solidFill>
            <a:srgbClr val="F3DFB8"/>
          </a:solidFill>
          <a:ln/>
        </p:spPr>
      </p:sp>
      <p:sp>
        <p:nvSpPr>
          <p:cNvPr id="9" name="Shape 7"/>
          <p:cNvSpPr/>
          <p:nvPr/>
        </p:nvSpPr>
        <p:spPr>
          <a:xfrm>
            <a:off x="2971800" y="7734300"/>
            <a:ext cx="9601200" cy="857250"/>
          </a:xfrm>
          <a:prstGeom prst="roundRect">
            <a:avLst>
              <a:gd name="adj" fmla="val 17778"/>
            </a:avLst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6195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476500" y="3619500"/>
            <a:ext cx="857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981200" y="46482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933700" y="4648200"/>
            <a:ext cx="857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sạch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438400" y="56769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90900" y="5676900"/>
            <a:ext cx="857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tích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2895600" y="67056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848100" y="6705600"/>
            <a:ext cx="857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6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Vẽ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3352800" y="7734300"/>
            <a:ext cx="76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305300" y="7734300"/>
            <a:ext cx="7620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13335000" y="3810000"/>
            <a:ext cx="3810000" cy="28575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Dẫn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"chinh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phục"</a:t>
            </a:r>
            <a:r>
              <a:rPr lang="en-US" sz="2400" dirty="0" spc="2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một.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Shape 30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3" name="Text 31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07/12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f859b12-dd6d-4933-a286-187d5a4ac64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r>
              <a:rPr lang="en-US" sz="1950" b="1" spc="29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SỬA</a:t>
            </a:r>
            <a:r>
              <a:rPr lang="en-US" sz="1950" b="1" spc="2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195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Nhờ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mô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phê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bình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2857500"/>
            <a:ext cx="3810000" cy="7620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8572500" y="2857500"/>
            <a:ext cx="3810000" cy="762000"/>
          </a:xfrm>
          <a:prstGeom prst="roundRect">
            <a:avLst>
              <a:gd name="adj" fmla="val 2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6" name="Connector line-1792491205963-643150369"/>
          <p:cNvSpPr/>
          <p:nvPr/>
        </p:nvSpPr>
        <p:spPr>
          <a:xfrm>
            <a:off x="3048000" y="37147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dash"/>
            <a:headEnd type="none"/>
            <a:tailEnd type="none"/>
          </a:ln>
        </p:spPr>
      </p:sp>
      <p:sp>
        <p:nvSpPr>
          <p:cNvPr id="7" name="Connector line-1792491205963-142093870"/>
          <p:cNvSpPr/>
          <p:nvPr/>
        </p:nvSpPr>
        <p:spPr>
          <a:xfrm>
            <a:off x="10477500" y="3714750"/>
            <a:ext cx="0" cy="4667250"/>
          </a:xfrm>
          <a:prstGeom prst="line">
            <a:avLst/>
          </a:prstGeom>
          <a:noFill/>
          <a:ln w="28575">
            <a:solidFill>
              <a:srgbClr val="DDD5C1"/>
            </a:solidFill>
            <a:prstDash val="dash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3238500" y="38100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1.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API: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products,</a:t>
            </a:r>
            <a:r>
              <a:rPr lang="en-US" sz="21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customers</a:t>
            </a:r>
            <a:endParaRPr lang="en-US" sz="2100" dirty="0"/>
          </a:p>
        </p:txBody>
      </p:sp>
      <p:sp>
        <p:nvSpPr>
          <p:cNvPr id="9" name="Connector line-1792491205965-937040184"/>
          <p:cNvSpPr/>
          <p:nvPr/>
        </p:nvSpPr>
        <p:spPr>
          <a:xfrm>
            <a:off x="3143250" y="4333875"/>
            <a:ext cx="719137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lg" len="lg"/>
          </a:ln>
        </p:spPr>
      </p:sp>
      <p:sp>
        <p:nvSpPr>
          <p:cNvPr id="10" name="Text 8"/>
          <p:cNvSpPr/>
          <p:nvPr/>
        </p:nvSpPr>
        <p:spPr>
          <a:xfrm>
            <a:off x="3238500" y="48577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2.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1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2100" dirty="0"/>
          </a:p>
        </p:txBody>
      </p:sp>
      <p:sp>
        <p:nvSpPr>
          <p:cNvPr id="11" name="Connector line-1792491205968-300796831"/>
          <p:cNvSpPr/>
          <p:nvPr/>
        </p:nvSpPr>
        <p:spPr>
          <a:xfrm flipH="1">
            <a:off x="3190875" y="5381625"/>
            <a:ext cx="7191375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lgDash"/>
            <a:headEnd type="none"/>
            <a:tailEnd type="triangle" w="lg" len="lg"/>
          </a:ln>
        </p:spPr>
      </p:sp>
      <p:sp>
        <p:nvSpPr>
          <p:cNvPr id="12" name="Text 10"/>
          <p:cNvSpPr/>
          <p:nvPr/>
        </p:nvSpPr>
        <p:spPr>
          <a:xfrm>
            <a:off x="3238500" y="5905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3.</a:t>
            </a:r>
            <a:r>
              <a:rPr lang="en-US" sz="210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 3</a:t>
            </a:r>
            <a:r>
              <a:rPr lang="en-US" sz="210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100" b="1" dirty="0" spc="-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100" b="1" dirty="0" spc="-6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100" b="1" dirty="0" spc="-9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2100" dirty="0"/>
          </a:p>
        </p:txBody>
      </p:sp>
      <p:sp>
        <p:nvSpPr>
          <p:cNvPr id="13" name="Connector line-1792491205970-702407434"/>
          <p:cNvSpPr/>
          <p:nvPr/>
        </p:nvSpPr>
        <p:spPr>
          <a:xfrm>
            <a:off x="3143250" y="6429375"/>
            <a:ext cx="7191375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238500" y="695325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4.</a:t>
            </a:r>
            <a:r>
              <a:rPr lang="en-US" sz="210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import,</a:t>
            </a:r>
            <a:r>
              <a:rPr lang="en-US" sz="210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b="1" dirty="0" spc="-1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1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5" name="Connector line-1792491205973-696808841"/>
          <p:cNvSpPr/>
          <p:nvPr/>
        </p:nvSpPr>
        <p:spPr>
          <a:xfrm flipH="1">
            <a:off x="3190875" y="7477125"/>
            <a:ext cx="7191375" cy="0"/>
          </a:xfrm>
          <a:prstGeom prst="line">
            <a:avLst/>
          </a:prstGeom>
          <a:noFill/>
          <a:ln w="47625">
            <a:solidFill>
              <a:srgbClr val="0F766E"/>
            </a:solidFill>
            <a:prstDash val="lgDash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238500" y="7810500"/>
            <a:ext cx="7048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lặp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13335000" y="2857500"/>
            <a:ext cx="3810000" cy="5524500"/>
          </a:xfrm>
          <a:prstGeom prst="roundRect">
            <a:avLst>
              <a:gd name="adj" fmla="val 6000"/>
            </a:avLst>
          </a:prstGeom>
          <a:solidFill>
            <a:srgbClr val="CFE8E2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0" y="3190875"/>
            <a:ext cx="3048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3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3716000" y="3810000"/>
            <a:ext cx="3048000" cy="4381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spcAft>
                <a:spcPts val="1800"/>
              </a:spcAft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endParaRPr lang="en-US" sz="2250" dirty="0"/>
          </a:p>
          <a:p>
            <a:pPr algn="l" indent="0" marL="0">
              <a:lnSpc>
                <a:spcPts val="3038"/>
              </a:lnSpc>
              <a:spcAft>
                <a:spcPts val="1800"/>
              </a:spcAft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2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250" dirty="0"/>
          </a:p>
          <a:p>
            <a:pPr algn="l" indent="0" marL="0">
              <a:lnSpc>
                <a:spcPts val="3038"/>
              </a:lnSpc>
              <a:spcAft>
                <a:spcPts val="1800"/>
              </a:spcAft>
              <a:buNone/>
            </a:pP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Bỏ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thuẫn</a:t>
            </a:r>
            <a:endParaRPr lang="en-US" sz="2250" dirty="0"/>
          </a:p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2" name="Text 30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08/12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9dea0942-80a3-4e4e-aab3-73a578e8397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b="1" spc="26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Temperature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143000" y="2857500"/>
            <a:ext cx="8572500" cy="3143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599" dirty="0" spc="-427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0,7</a:t>
            </a:r>
            <a:endParaRPr lang="en-US" sz="20599" dirty="0"/>
          </a:p>
        </p:txBody>
      </p:sp>
      <p:sp>
        <p:nvSpPr>
          <p:cNvPr id="5" name="Text 3"/>
          <p:cNvSpPr/>
          <p:nvPr/>
        </p:nvSpPr>
        <p:spPr>
          <a:xfrm>
            <a:off x="9525000" y="36195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ghi,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</a:t>
            </a:r>
            <a:endParaRPr lang="en-US" sz="2700" dirty="0"/>
          </a:p>
        </p:txBody>
      </p:sp>
      <p:sp>
        <p:nvSpPr>
          <p:cNvPr id="6" name="Connector line-1792491219916-935000107"/>
          <p:cNvSpPr/>
          <p:nvPr/>
        </p:nvSpPr>
        <p:spPr>
          <a:xfrm>
            <a:off x="1143000" y="7048500"/>
            <a:ext cx="16002000" cy="0"/>
          </a:xfrm>
          <a:prstGeom prst="line">
            <a:avLst/>
          </a:prstGeom>
          <a:noFill/>
          <a:ln w="76200">
            <a:solidFill>
              <a:srgbClr val="3A3E4A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90600" y="689610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8" name="Shape 6"/>
          <p:cNvSpPr/>
          <p:nvPr/>
        </p:nvSpPr>
        <p:spPr>
          <a:xfrm>
            <a:off x="12039600" y="6858000"/>
            <a:ext cx="381000" cy="3810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9" name="Shape 7"/>
          <p:cNvSpPr/>
          <p:nvPr/>
        </p:nvSpPr>
        <p:spPr>
          <a:xfrm>
            <a:off x="16992600" y="6896100"/>
            <a:ext cx="304800" cy="3048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74295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ổn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143000" y="7953375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0,1: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giống nhau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906000" y="74295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906000" y="7953375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0,9:</a:t>
            </a:r>
            <a:r>
              <a:rPr lang="en-US" sz="2250" dirty="0" spc="-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lần</a:t>
            </a:r>
            <a:r>
              <a:rPr lang="en-US" sz="2250" dirty="0" spc="-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hẳn nhau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6" name="Text 24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0be5a2a1-d40d-4af0-a835-2521830a03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950" b="1" spc="298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195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7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195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thói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quen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952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DDE3FA"/>
          </a:solidFill>
          <a:ln/>
        </p:spPr>
      </p:sp>
      <p:sp>
        <p:nvSpPr>
          <p:cNvPr id="5" name="Shape 3"/>
          <p:cNvSpPr/>
          <p:nvPr/>
        </p:nvSpPr>
        <p:spPr>
          <a:xfrm>
            <a:off x="6600825" y="2952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DDE3FA"/>
          </a:solidFill>
          <a:ln/>
        </p:spPr>
      </p:sp>
      <p:sp>
        <p:nvSpPr>
          <p:cNvPr id="6" name="Shape 4"/>
          <p:cNvSpPr/>
          <p:nvPr/>
        </p:nvSpPr>
        <p:spPr>
          <a:xfrm>
            <a:off x="12058650" y="2952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DDE3FA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6000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DDE3FA"/>
          </a:solidFill>
          <a:ln/>
        </p:spPr>
      </p:sp>
      <p:sp>
        <p:nvSpPr>
          <p:cNvPr id="8" name="Shape 6"/>
          <p:cNvSpPr/>
          <p:nvPr/>
        </p:nvSpPr>
        <p:spPr>
          <a:xfrm>
            <a:off x="6600825" y="6000750"/>
            <a:ext cx="5076825" cy="2762250"/>
          </a:xfrm>
          <a:prstGeom prst="roundRect">
            <a:avLst>
              <a:gd name="adj" fmla="val 8276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3286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Nói</a:t>
            </a:r>
            <a:r>
              <a:rPr lang="en-US" sz="300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rõ</a:t>
            </a:r>
            <a:r>
              <a:rPr lang="en-US" sz="3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524000" y="4048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Lĩnh</a:t>
            </a:r>
            <a:r>
              <a:rPr lang="en-US" sz="24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vực,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thể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càng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981825" y="3286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30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đầu</a:t>
            </a:r>
            <a:r>
              <a:rPr lang="en-US" sz="3000" dirty="0" spc="-17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ra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981825" y="4048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mục,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439650" y="3286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3000" dirty="0" spc="-1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3000" dirty="0" spc="-3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2439650" y="4048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4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API,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24000" y="6334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Dùng</a:t>
            </a:r>
            <a:r>
              <a:rPr lang="en-US" sz="300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524000" y="7096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Biến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981825" y="6334125"/>
            <a:ext cx="43148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30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r>
              <a:rPr lang="en-US" sz="30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81825" y="7096125"/>
            <a:ext cx="4314825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Shape 25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8" name="Shape 26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0" name="Shape 28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31" name="Text 29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10/12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a4660fc5-f6d8-470d-ba65-6b600bf03e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8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 sao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 suy</a:t>
            </a: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luận?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30480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E8E0CF"/>
          </a:solidFill>
          <a:ln w="28575">
            <a:solidFill>
              <a:srgbClr val="14161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304800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571750" y="304800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7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4097000" y="3048000"/>
            <a:ext cx="2667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143000" y="45720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000" y="457200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571750" y="457200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7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 lỗi</a:t>
            </a:r>
            <a:r>
              <a:rPr lang="en-US" sz="2700" dirty="0" spc="-2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1143000" y="6096000"/>
            <a:ext cx="16002000" cy="1238250"/>
          </a:xfrm>
          <a:prstGeom prst="roundRect">
            <a:avLst>
              <a:gd name="adj" fmla="val 1538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24000" y="6096000"/>
            <a:ext cx="857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571750" y="6096000"/>
            <a:ext cx="1123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Để</a:t>
            </a:r>
            <a:r>
              <a:rPr lang="en-US" sz="27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7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700" dirty="0" spc="-4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143000" y="7810500"/>
            <a:ext cx="16002000" cy="952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2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cách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1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bước,</a:t>
            </a:r>
            <a:r>
              <a:rPr lang="en-US" sz="2250" dirty="0" spc="-2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6" name="Shape 14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8" name="Shape 16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19" name="Shape 17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0" name="Shape 18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1" name="Shape 19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3" name="Shape 21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DDD5C1"/>
          </a:solidFill>
          <a:ln/>
        </p:spPr>
      </p:sp>
      <p:sp>
        <p:nvSpPr>
          <p:cNvPr id="27" name="Text 25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11/12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4be79111-4236-4cbb-918d-f5409f6fede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600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6002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8481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4838700"/>
            <a:ext cx="16002000" cy="857250"/>
          </a:xfrm>
          <a:prstGeom prst="roundRect">
            <a:avLst>
              <a:gd name="adj" fmla="val 17778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28575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4191000" y="28575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Large</a:t>
            </a:r>
            <a:r>
              <a:rPr lang="en-US" sz="2250" dirty="0" spc="-16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Model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524000" y="38481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4191000" y="38481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2250" dirty="0" spc="-1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2250" dirty="0" spc="-1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r>
              <a:rPr lang="en-US" sz="2250" dirty="0" spc="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24000" y="4838700"/>
            <a:ext cx="2476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Web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4191000" y="4838700"/>
            <a:ext cx="12573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dirty="0" spc="-1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-2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mạng,</a:t>
            </a:r>
            <a:r>
              <a:rPr lang="en-US" sz="2250" dirty="0" spc="-3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250" dirty="0" spc="2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250" dirty="0" spc="7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250" dirty="0" spc="1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250" dirty="0" spc="0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9" kern="0">
                <a:solidFill>
                  <a:srgbClr val="B9B4A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/products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43000" y="6286500"/>
            <a:ext cx="16002000" cy="666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1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Dựa</a:t>
            </a:r>
            <a:r>
              <a:rPr lang="en-US" sz="1800" dirty="0" spc="-16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800" dirty="0" spc="-1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microsoft/generative-ai-for-beginners</a:t>
            </a:r>
            <a:r>
              <a:rPr lang="en-US" sz="180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(MIT</a:t>
            </a:r>
            <a:r>
              <a:rPr lang="en-US" sz="1800" dirty="0" spc="-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License,</a:t>
            </a:r>
            <a:r>
              <a:rPr lang="en-US" sz="180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©</a:t>
            </a:r>
            <a:r>
              <a:rPr lang="en-US" sz="1800" dirty="0" spc="-8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1800" dirty="0" spc="-7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Corporation),</a:t>
            </a:r>
            <a:r>
              <a:rPr lang="en-US" sz="1800" dirty="0" spc="-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180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c35bc19.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43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5" name="Shape 13"/>
          <p:cNvSpPr/>
          <p:nvPr/>
        </p:nvSpPr>
        <p:spPr>
          <a:xfrm>
            <a:off x="1371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7" name="Shape 15"/>
          <p:cNvSpPr/>
          <p:nvPr/>
        </p:nvSpPr>
        <p:spPr>
          <a:xfrm>
            <a:off x="1828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8" name="Shape 16"/>
          <p:cNvSpPr/>
          <p:nvPr/>
        </p:nvSpPr>
        <p:spPr>
          <a:xfrm>
            <a:off x="2057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19" name="Shape 17"/>
          <p:cNvSpPr/>
          <p:nvPr/>
        </p:nvSpPr>
        <p:spPr>
          <a:xfrm>
            <a:off x="2286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0" name="Shape 18"/>
          <p:cNvSpPr/>
          <p:nvPr/>
        </p:nvSpPr>
        <p:spPr>
          <a:xfrm>
            <a:off x="25146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2" name="Shape 20"/>
          <p:cNvSpPr/>
          <p:nvPr/>
        </p:nvSpPr>
        <p:spPr>
          <a:xfrm>
            <a:off x="29718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004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4" name="Shape 22"/>
          <p:cNvSpPr/>
          <p:nvPr/>
        </p:nvSpPr>
        <p:spPr>
          <a:xfrm>
            <a:off x="3429000" y="9553575"/>
            <a:ext cx="114300" cy="114300"/>
          </a:xfrm>
          <a:prstGeom prst="ellipse">
            <a:avLst/>
          </a:prstGeom>
          <a:solidFill>
            <a:srgbClr val="3A3E4A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9553575"/>
            <a:ext cx="114300" cy="1143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6" name="Text 24"/>
          <p:cNvSpPr/>
          <p:nvPr/>
        </p:nvSpPr>
        <p:spPr>
          <a:xfrm>
            <a:off x="4076700" y="942975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650" dirty="0" spc="2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650" dirty="0" spc="4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</a:t>
            </a:r>
            <a:r>
              <a:rPr lang="en-US" sz="1650" dirty="0" spc="0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8A877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12/12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9170957c-a6f5-4f33-bd0f-93e0a66fc67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2026-10-20T10:16:21Z</dcterms:created>
  <dcterms:modified xsi:type="dcterms:W3CDTF">2026-10-20T10:16:21Z</dcterms:modified>
</cp:coreProperties>
</file>