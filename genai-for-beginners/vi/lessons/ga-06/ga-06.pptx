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JetBrains Mono"/>
      <p:regular r:id="rId21"/>
      <p:bold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333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Xây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 sinh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2857500"/>
            <a:ext cx="109537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550" dirty="0" spc="1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"viết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tiếp"</a:t>
            </a:r>
            <a:r>
              <a:rPr lang="en-US" sz="25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4577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43053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Ứng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sinh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4991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48387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Gọi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thư viện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43000" y="55245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53721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Chuẩn bị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60579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59055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  Thử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ngay: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65913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64389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Prompt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nhiều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143000" y="71247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428750" y="69723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Ứng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 ăn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43000" y="76581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28750" y="75057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Hoàn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1620500" y="4381500"/>
            <a:ext cx="5524500" cy="3143250"/>
          </a:xfrm>
          <a:prstGeom prst="roundRect">
            <a:avLst>
              <a:gd name="adj" fmla="val 6061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001500" y="46672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8A877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001500" y="5143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Ngày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xửa</a:t>
            </a: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ngày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xưa có</a:t>
            </a: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một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001500" y="6286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8A877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output_text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001500" y="67627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…nàng</a:t>
            </a:r>
            <a:r>
              <a:rPr lang="en-US" sz="2100" dirty="0" spc="-3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tiên</a:t>
            </a:r>
            <a:r>
              <a:rPr lang="en-US" sz="2100" dirty="0" spc="-2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cá</a:t>
            </a:r>
            <a:r>
              <a:rPr lang="en-US" sz="2100" dirty="0" spc="-3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rất</a:t>
            </a:r>
            <a:r>
              <a:rPr lang="en-US" sz="2100" dirty="0" spc="-2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buồn.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62634d5-6ffd-49dc-a238-ea25c748f2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0"/>
            <a:ext cx="1600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của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00825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058650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6600825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12058650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571625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571625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thích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7029450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029450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487275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487275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Chỉnh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temperature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dbd4a60-751c-4144-9b4b-54a97ec50b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1950" b="1" spc="26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Gõ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952750"/>
            <a:ext cx="857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571750" y="295275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lệnh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0" y="3333750"/>
            <a:ext cx="2095500" cy="66675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96500" y="295275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457200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4000" y="4572000"/>
            <a:ext cx="857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571750" y="45720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96500" y="457200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Bấm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 chữ,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9125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4000" y="6191250"/>
            <a:ext cx="857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571750" y="619125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70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7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96500" y="619125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79057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thì</a:t>
            </a:r>
            <a:r>
              <a:rPr lang="en-US" sz="22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250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Text 27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71e64de-9562-46e3-8f66-964b2a93a1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4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95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950" b="1" spc="2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104775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8A87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857500"/>
            <a:ext cx="971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của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43000" y="4191000"/>
            <a:ext cx="104775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41910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LangChain,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Semantic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096000" y="4191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250" dirty="0" spc="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43000" y="5524500"/>
            <a:ext cx="10477500" cy="1143000"/>
          </a:xfrm>
          <a:prstGeom prst="roundRect">
            <a:avLst>
              <a:gd name="adj" fmla="val 16667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5524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openai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0" y="55245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dễ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3000" y="6858000"/>
            <a:ext cx="104775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68580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096000" y="6858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2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-2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-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8191500"/>
            <a:ext cx="10477500" cy="762000"/>
          </a:xfrm>
          <a:prstGeom prst="roundRect">
            <a:avLst>
              <a:gd name="adj" fmla="val 25000"/>
            </a:avLst>
          </a:prstGeom>
          <a:solidFill>
            <a:srgbClr val="3A3E4A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8191500"/>
            <a:ext cx="971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82500" y="3048000"/>
            <a:ext cx="4762500" cy="533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 openai</a:t>
            </a:r>
            <a:r>
              <a:rPr lang="en-US" sz="24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r>
              <a:rPr lang="en-US" sz="240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Semantic</a:t>
            </a:r>
            <a:r>
              <a:rPr lang="en-US" sz="240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Microsoft,</a:t>
            </a:r>
            <a:r>
              <a:rPr lang="en-US" sz="24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C#,</a:t>
            </a:r>
            <a:r>
              <a:rPr lang="en-US" sz="240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40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Text 27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6c28f16-2b16-4349-8290-1307c7f036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 code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476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DDE3FA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6000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DDE3FA"/>
          </a:solidFill>
          <a:ln/>
        </p:spPr>
      </p:sp>
      <p:sp>
        <p:nvSpPr>
          <p:cNvPr id="7" name="Shape 5"/>
          <p:cNvSpPr/>
          <p:nvPr/>
        </p:nvSpPr>
        <p:spPr>
          <a:xfrm>
            <a:off x="1524000" y="3238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Shape 6"/>
          <p:cNvSpPr/>
          <p:nvPr/>
        </p:nvSpPr>
        <p:spPr>
          <a:xfrm>
            <a:off x="1524000" y="4762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1524000" y="6286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2385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667000" y="295275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953500" y="3286125"/>
            <a:ext cx="5334000" cy="66675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openai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24000" y="47625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667000" y="447675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953500" y="447675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24000" y="62865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2667000" y="600075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953500" y="600075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78105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400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400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code:</a:t>
            </a:r>
            <a:r>
              <a:rPr lang="en-US" sz="2400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.env.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36e5bf0-cf7a-4eed-9ff3-b7c5edce01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6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 code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9715500" cy="4953000"/>
          </a:xfrm>
          <a:prstGeom prst="roundRect">
            <a:avLst>
              <a:gd name="adj" fmla="val 384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9144000" cy="4381500"/>
          </a:xfrm>
          <a:prstGeom prst="rect">
            <a:avLst/>
          </a:prstGeom>
          <a:noFill/>
          <a:ln/>
        </p:spPr>
        <p:txBody>
          <a:bodyPr wrap="square" lIns="0" tIns="-71819" rIns="0" bIns="71819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openai import OpenAI</a:t>
            </a:r>
            <a:endParaRPr lang="en-US" sz="1950" dirty="0"/>
          </a:p>
          <a:p>
            <a:pPr algn="l" indent="0" marL="0">
              <a:lnSpc>
                <a:spcPts val="507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 = OpenAI(api_key="sk-...")</a:t>
            </a:r>
            <a:endParaRPr lang="en-US" sz="1950" dirty="0"/>
          </a:p>
          <a:p>
            <a:pPr algn="l" indent="0" marL="0">
              <a:lnSpc>
                <a:spcPts val="507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= "Hoàn thành câu: Ngày xửa..."</a:t>
            </a:r>
            <a:endParaRPr lang="en-US" sz="1950" dirty="0"/>
          </a:p>
          <a:p>
            <a:pPr algn="l" indent="0" marL="0">
              <a:lnSpc>
                <a:spcPts val="507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client.responses.create(</a:t>
            </a:r>
            <a:endParaRPr lang="en-US" sz="1950" dirty="0"/>
          </a:p>
          <a:p>
            <a:pPr algn="l" indent="0" marL="0">
              <a:lnSpc>
                <a:spcPts val="507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model="gpt-5-mini", input=prompt, store=False)</a:t>
            </a:r>
            <a:endParaRPr lang="en-US" sz="1950" dirty="0"/>
          </a:p>
          <a:p>
            <a:pPr algn="l" indent="0" marL="0">
              <a:lnSpc>
                <a:spcPts val="507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print(response.output_text)</a:t>
            </a:r>
            <a:endParaRPr lang="en-US" sz="1950" dirty="0"/>
          </a:p>
        </p:txBody>
      </p:sp>
      <p:sp>
        <p:nvSpPr>
          <p:cNvPr id="6" name="Connector line-1792491480275-821928882"/>
          <p:cNvSpPr/>
          <p:nvPr/>
        </p:nvSpPr>
        <p:spPr>
          <a:xfrm flipV="1">
            <a:off x="10096500" y="3810000"/>
            <a:ext cx="1714500" cy="38100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020300" y="41148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11811000" y="32385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96750" y="323850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100" dirty="0"/>
          </a:p>
        </p:txBody>
      </p:sp>
      <p:sp>
        <p:nvSpPr>
          <p:cNvPr id="10" name="Connector line-1792491480280-125527981"/>
          <p:cNvSpPr/>
          <p:nvPr/>
        </p:nvSpPr>
        <p:spPr>
          <a:xfrm flipV="1">
            <a:off x="10096500" y="5334000"/>
            <a:ext cx="1714500" cy="142875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020300" y="5400675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11000" y="47625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96750" y="476250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14" name="Connector line-1792491480283-122258062"/>
          <p:cNvSpPr/>
          <p:nvPr/>
        </p:nvSpPr>
        <p:spPr>
          <a:xfrm>
            <a:off x="10096500" y="6762750"/>
            <a:ext cx="1714500" cy="9525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020300" y="668655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11000" y="62865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096750" y="628650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output_text: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809625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-3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quả: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"…một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nàng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250" dirty="0" spc="-3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buồn."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Text 28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36d445a-888e-4678-aff6-5f153713e6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NHIỀU</a:t>
            </a:r>
            <a:r>
              <a:rPr lang="en-US" sz="195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code,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666750"/>
          </a:xfrm>
          <a:prstGeom prst="roundRect">
            <a:avLst>
              <a:gd name="adj" fmla="val 22857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5275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67500" y="2952750"/>
            <a:ext cx="1009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143000" y="3619500"/>
            <a:ext cx="16002000" cy="142875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5048250"/>
            <a:ext cx="16002000" cy="1428750"/>
          </a:xfrm>
          <a:prstGeom prst="rect">
            <a:avLst/>
          </a:prstGeom>
          <a:solidFill>
            <a:srgbClr val="CFE8E2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6477000"/>
            <a:ext cx="16002000" cy="142875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619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67500" y="3619500"/>
            <a:ext cx="10096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thơ,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524000" y="504825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6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667500" y="5048250"/>
            <a:ext cx="10096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"CORS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web?"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524000" y="64770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667500" y="6477000"/>
            <a:ext cx="10096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89ad115-c22c-450e-9d1c-879c65c164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ĂN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Gà,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khoai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tây,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rốt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3524250" cy="3810000"/>
          </a:xfrm>
          <a:prstGeom prst="roundRect">
            <a:avLst>
              <a:gd name="adj" fmla="val 6486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5238750" y="3143250"/>
            <a:ext cx="3524250" cy="3810000"/>
          </a:xfrm>
          <a:prstGeom prst="roundRect">
            <a:avLst>
              <a:gd name="adj" fmla="val 6486"/>
            </a:avLst>
          </a:prstGeom>
          <a:solidFill>
            <a:srgbClr val="F8D9D0"/>
          </a:solidFill>
          <a:ln/>
        </p:spPr>
      </p:sp>
      <p:sp>
        <p:nvSpPr>
          <p:cNvPr id="6" name="Shape 4"/>
          <p:cNvSpPr/>
          <p:nvPr/>
        </p:nvSpPr>
        <p:spPr>
          <a:xfrm>
            <a:off x="9334500" y="3143250"/>
            <a:ext cx="3524250" cy="3810000"/>
          </a:xfrm>
          <a:prstGeom prst="roundRect">
            <a:avLst>
              <a:gd name="adj" fmla="val 6486"/>
            </a:avLst>
          </a:prstGeom>
          <a:solidFill>
            <a:srgbClr val="F8D9D0"/>
          </a:solidFill>
          <a:ln/>
        </p:spPr>
      </p:sp>
      <p:sp>
        <p:nvSpPr>
          <p:cNvPr id="7" name="Shape 5"/>
          <p:cNvSpPr/>
          <p:nvPr/>
        </p:nvSpPr>
        <p:spPr>
          <a:xfrm>
            <a:off x="13430250" y="3143250"/>
            <a:ext cx="3524250" cy="3810000"/>
          </a:xfrm>
          <a:prstGeom prst="roundRect">
            <a:avLst>
              <a:gd name="adj" fmla="val 6486"/>
            </a:avLst>
          </a:prstGeom>
          <a:solidFill>
            <a:srgbClr val="E8472B"/>
          </a:solidFill>
          <a:ln/>
        </p:spPr>
      </p:sp>
      <p:sp>
        <p:nvSpPr>
          <p:cNvPr id="8" name="Connector line-1792491544919-717907008"/>
          <p:cNvSpPr/>
          <p:nvPr/>
        </p:nvSpPr>
        <p:spPr>
          <a:xfrm>
            <a:off x="4762500" y="5048250"/>
            <a:ext cx="381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91544919-976798538"/>
          <p:cNvSpPr/>
          <p:nvPr/>
        </p:nvSpPr>
        <p:spPr>
          <a:xfrm>
            <a:off x="8858250" y="5048250"/>
            <a:ext cx="381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91544919-932567727"/>
          <p:cNvSpPr/>
          <p:nvPr/>
        </p:nvSpPr>
        <p:spPr>
          <a:xfrm>
            <a:off x="12954000" y="5048250"/>
            <a:ext cx="381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476375" y="342900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476375" y="4286250"/>
            <a:ext cx="2857500" cy="2381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72125" y="342900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572125" y="4286250"/>
            <a:ext cx="2857500" cy="2381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món,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67875" y="342900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667875" y="4286250"/>
            <a:ext cx="2857500" cy="2381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sữa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63625" y="342900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763625" y="4286250"/>
            <a:ext cx="2857500" cy="2381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74295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4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ngữ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hai.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7c473f8-224f-4880-b1a2-59ce466c5a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1950" b="1" spc="3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34500" y="29527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60007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334500" y="60007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28612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5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31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31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31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524000" y="404812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 API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.env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15500" y="328612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Tiết</a:t>
            </a:r>
            <a:r>
              <a:rPr lang="en-US" sz="315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kiệm</a:t>
            </a:r>
            <a:r>
              <a:rPr lang="en-US" sz="3150" dirty="0" spc="-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715500" y="404812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tiền;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 bằng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max_output_tokens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24000" y="633412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Temperature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524000" y="709612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nhiên;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15500" y="633412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315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15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suy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715500" y="709612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GPT-5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temperature;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47a158a-47f4-4c62-b5b9-a7c2e372e1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Temperature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304800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571750" y="304800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097000" y="3048000"/>
            <a:ext cx="2667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45720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457200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571750" y="457200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dài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143000" y="60960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4000" y="609600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71750" y="609600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78105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 bằng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max_output_tokens.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Text 24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be16537-472a-4d9a-8aee-650a150eef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8481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387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58293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68199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8575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4191000" y="28575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24000" y="38481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4191000" y="38481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250" dirty="0" spc="-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24000" y="48387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SDK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4191000" y="48387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Software</a:t>
            </a:r>
            <a:r>
              <a:rPr lang="en-US" sz="225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Kit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bộ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24000" y="58293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UI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4191000" y="58293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25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24000" y="68199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GUI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4191000" y="68199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họa: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bấm,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 menu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43000" y="8096250"/>
            <a:ext cx="16002000" cy="666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dirty="0" spc="-16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microsoft/generative-ai-for-beginners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Corporation),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11/11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0a5b45f-d6f0-4759-9aea-baf0459cf0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2026-10-20T10:22:36Z</dcterms:created>
  <dcterms:modified xsi:type="dcterms:W3CDTF">2026-10-20T10:22:36Z</dcterms:modified>
</cp:coreProperties>
</file>