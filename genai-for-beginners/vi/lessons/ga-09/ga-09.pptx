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  <p:embeddedFont>
      <p:font typeface="Be Vietnam Pro Medium"/>
      <p:regular r:id="rId21"/>
    </p:embeddedFont>
    <p:embeddedFont>
      <p:font typeface="Be Vietnam Pro SemiBold"/>
      <p:regular r:id="rId22"/>
    </p:embeddedFont>
    <p:embeddedFont>
      <p:font typeface="JetBrains Mono"/>
      <p:regular r:id="rId26"/>
      <p:bold r:id="rId23"/>
    </p:embeddedFont>
    <p:embeddedFont>
      <p:font typeface="Bricolage Grotesque"/>
      <p:bold r:id="rId24"/>
    </p:embeddedFont>
    <p:embeddedFont>
      <p:font typeface="JetBrains Mono Medium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1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152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150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151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150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146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45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151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1811000" cy="13335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Xây</a:t>
            </a:r>
            <a:r>
              <a:rPr lang="en-US" sz="81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3429000"/>
            <a:ext cx="9525000" cy="571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5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Gõ</a:t>
            </a:r>
            <a:r>
              <a:rPr lang="en-US" sz="2850" dirty="0" spc="-9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-14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tả,</a:t>
            </a:r>
            <a:r>
              <a:rPr lang="en-US" sz="285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16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9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9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bức</a:t>
            </a:r>
            <a:r>
              <a:rPr lang="en-US" sz="285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ảnh?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4876800"/>
            <a:ext cx="190500" cy="190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47434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7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Tạo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ảnh: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nhiễu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5505450"/>
            <a:ext cx="190500" cy="1905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3721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Mô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gpt-image,</a:t>
            </a:r>
            <a:r>
              <a:rPr lang="en-US" sz="25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trả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về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base64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613410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60007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Viết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app,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sửa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ảnh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mặt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nạ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6762750"/>
            <a:ext cx="190500" cy="190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6294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Metaprompt: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rào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an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toàn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34850" y="28575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4" name="Shape 12"/>
          <p:cNvSpPr/>
          <p:nvPr/>
        </p:nvSpPr>
        <p:spPr>
          <a:xfrm>
            <a:off x="12782550" y="28575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01800" y="28575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6" name="Shape 14"/>
          <p:cNvSpPr/>
          <p:nvPr/>
        </p:nvSpPr>
        <p:spPr>
          <a:xfrm>
            <a:off x="15373350" y="28575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7" name="Shape 15"/>
          <p:cNvSpPr/>
          <p:nvPr/>
        </p:nvSpPr>
        <p:spPr>
          <a:xfrm>
            <a:off x="16021050" y="28575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92600" y="28575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9" name="Shape 17"/>
          <p:cNvSpPr/>
          <p:nvPr/>
        </p:nvSpPr>
        <p:spPr>
          <a:xfrm>
            <a:off x="13106400" y="31813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20" name="Shape 18"/>
          <p:cNvSpPr/>
          <p:nvPr/>
        </p:nvSpPr>
        <p:spPr>
          <a:xfrm>
            <a:off x="13430250" y="31813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21" name="Shape 19"/>
          <p:cNvSpPr/>
          <p:nvPr/>
        </p:nvSpPr>
        <p:spPr>
          <a:xfrm>
            <a:off x="14077950" y="31813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22" name="Shape 20"/>
          <p:cNvSpPr/>
          <p:nvPr/>
        </p:nvSpPr>
        <p:spPr>
          <a:xfrm>
            <a:off x="14725650" y="31813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23" name="Shape 21"/>
          <p:cNvSpPr/>
          <p:nvPr/>
        </p:nvSpPr>
        <p:spPr>
          <a:xfrm>
            <a:off x="15049500" y="31813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24" name="Shape 22"/>
          <p:cNvSpPr/>
          <p:nvPr/>
        </p:nvSpPr>
        <p:spPr>
          <a:xfrm>
            <a:off x="16021050" y="31813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25" name="Shape 23"/>
          <p:cNvSpPr/>
          <p:nvPr/>
        </p:nvSpPr>
        <p:spPr>
          <a:xfrm>
            <a:off x="16344900" y="31813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26" name="Shape 24"/>
          <p:cNvSpPr/>
          <p:nvPr/>
        </p:nvSpPr>
        <p:spPr>
          <a:xfrm>
            <a:off x="16668750" y="31813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27" name="Shape 25"/>
          <p:cNvSpPr/>
          <p:nvPr/>
        </p:nvSpPr>
        <p:spPr>
          <a:xfrm>
            <a:off x="16992600" y="31813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28" name="Shape 26"/>
          <p:cNvSpPr/>
          <p:nvPr/>
        </p:nvSpPr>
        <p:spPr>
          <a:xfrm>
            <a:off x="17316450" y="31813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29" name="Shape 27"/>
          <p:cNvSpPr/>
          <p:nvPr/>
        </p:nvSpPr>
        <p:spPr>
          <a:xfrm>
            <a:off x="11811000" y="35052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30" name="Shape 28"/>
          <p:cNvSpPr/>
          <p:nvPr/>
        </p:nvSpPr>
        <p:spPr>
          <a:xfrm>
            <a:off x="12458700" y="35052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31" name="Shape 29"/>
          <p:cNvSpPr/>
          <p:nvPr/>
        </p:nvSpPr>
        <p:spPr>
          <a:xfrm>
            <a:off x="13754100" y="35052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32" name="Shape 30"/>
          <p:cNvSpPr/>
          <p:nvPr/>
        </p:nvSpPr>
        <p:spPr>
          <a:xfrm>
            <a:off x="15373350" y="35052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33" name="Shape 31"/>
          <p:cNvSpPr/>
          <p:nvPr/>
        </p:nvSpPr>
        <p:spPr>
          <a:xfrm>
            <a:off x="15697200" y="35052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34" name="Shape 32"/>
          <p:cNvSpPr/>
          <p:nvPr/>
        </p:nvSpPr>
        <p:spPr>
          <a:xfrm>
            <a:off x="16021050" y="35052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35" name="Shape 33"/>
          <p:cNvSpPr/>
          <p:nvPr/>
        </p:nvSpPr>
        <p:spPr>
          <a:xfrm>
            <a:off x="16668750" y="35052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36" name="Shape 34"/>
          <p:cNvSpPr/>
          <p:nvPr/>
        </p:nvSpPr>
        <p:spPr>
          <a:xfrm>
            <a:off x="12134850" y="38290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37" name="Shape 35"/>
          <p:cNvSpPr/>
          <p:nvPr/>
        </p:nvSpPr>
        <p:spPr>
          <a:xfrm>
            <a:off x="14725650" y="38290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38" name="Shape 36"/>
          <p:cNvSpPr/>
          <p:nvPr/>
        </p:nvSpPr>
        <p:spPr>
          <a:xfrm>
            <a:off x="15049500" y="38290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39" name="Shape 37"/>
          <p:cNvSpPr/>
          <p:nvPr/>
        </p:nvSpPr>
        <p:spPr>
          <a:xfrm>
            <a:off x="15373350" y="38290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40" name="Shape 38"/>
          <p:cNvSpPr/>
          <p:nvPr/>
        </p:nvSpPr>
        <p:spPr>
          <a:xfrm>
            <a:off x="15697200" y="38290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41" name="Shape 39"/>
          <p:cNvSpPr/>
          <p:nvPr/>
        </p:nvSpPr>
        <p:spPr>
          <a:xfrm>
            <a:off x="16021050" y="38290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42" name="Shape 40"/>
          <p:cNvSpPr/>
          <p:nvPr/>
        </p:nvSpPr>
        <p:spPr>
          <a:xfrm>
            <a:off x="16344900" y="38290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43" name="Shape 41"/>
          <p:cNvSpPr/>
          <p:nvPr/>
        </p:nvSpPr>
        <p:spPr>
          <a:xfrm>
            <a:off x="16668750" y="38290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44" name="Shape 42"/>
          <p:cNvSpPr/>
          <p:nvPr/>
        </p:nvSpPr>
        <p:spPr>
          <a:xfrm>
            <a:off x="12458700" y="41529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45" name="Shape 43"/>
          <p:cNvSpPr/>
          <p:nvPr/>
        </p:nvSpPr>
        <p:spPr>
          <a:xfrm>
            <a:off x="12782550" y="41529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46" name="Shape 44"/>
          <p:cNvSpPr/>
          <p:nvPr/>
        </p:nvSpPr>
        <p:spPr>
          <a:xfrm>
            <a:off x="14725650" y="41529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47" name="Shape 45"/>
          <p:cNvSpPr/>
          <p:nvPr/>
        </p:nvSpPr>
        <p:spPr>
          <a:xfrm>
            <a:off x="15373350" y="41529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48" name="Shape 46"/>
          <p:cNvSpPr/>
          <p:nvPr/>
        </p:nvSpPr>
        <p:spPr>
          <a:xfrm>
            <a:off x="15697200" y="41529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49" name="Shape 47"/>
          <p:cNvSpPr/>
          <p:nvPr/>
        </p:nvSpPr>
        <p:spPr>
          <a:xfrm>
            <a:off x="16021050" y="41529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50" name="Shape 48"/>
          <p:cNvSpPr/>
          <p:nvPr/>
        </p:nvSpPr>
        <p:spPr>
          <a:xfrm>
            <a:off x="16668750" y="41529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51" name="Shape 49"/>
          <p:cNvSpPr/>
          <p:nvPr/>
        </p:nvSpPr>
        <p:spPr>
          <a:xfrm>
            <a:off x="15049500" y="44767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52" name="Shape 50"/>
          <p:cNvSpPr/>
          <p:nvPr/>
        </p:nvSpPr>
        <p:spPr>
          <a:xfrm>
            <a:off x="15373350" y="44767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53" name="Shape 51"/>
          <p:cNvSpPr/>
          <p:nvPr/>
        </p:nvSpPr>
        <p:spPr>
          <a:xfrm>
            <a:off x="16344900" y="44767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54" name="Shape 52"/>
          <p:cNvSpPr/>
          <p:nvPr/>
        </p:nvSpPr>
        <p:spPr>
          <a:xfrm>
            <a:off x="11811000" y="48006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55" name="Shape 53"/>
          <p:cNvSpPr/>
          <p:nvPr/>
        </p:nvSpPr>
        <p:spPr>
          <a:xfrm>
            <a:off x="12782550" y="48006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56" name="Shape 54"/>
          <p:cNvSpPr/>
          <p:nvPr/>
        </p:nvSpPr>
        <p:spPr>
          <a:xfrm>
            <a:off x="15049500" y="48006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57" name="Shape 55"/>
          <p:cNvSpPr/>
          <p:nvPr/>
        </p:nvSpPr>
        <p:spPr>
          <a:xfrm>
            <a:off x="15373350" y="48006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58" name="Shape 56"/>
          <p:cNvSpPr/>
          <p:nvPr/>
        </p:nvSpPr>
        <p:spPr>
          <a:xfrm>
            <a:off x="15697200" y="48006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59" name="Shape 57"/>
          <p:cNvSpPr/>
          <p:nvPr/>
        </p:nvSpPr>
        <p:spPr>
          <a:xfrm>
            <a:off x="16021050" y="48006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60" name="Shape 58"/>
          <p:cNvSpPr/>
          <p:nvPr/>
        </p:nvSpPr>
        <p:spPr>
          <a:xfrm>
            <a:off x="16344900" y="48006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61" name="Shape 59"/>
          <p:cNvSpPr/>
          <p:nvPr/>
        </p:nvSpPr>
        <p:spPr>
          <a:xfrm>
            <a:off x="14401800" y="51244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62" name="Shape 60"/>
          <p:cNvSpPr/>
          <p:nvPr/>
        </p:nvSpPr>
        <p:spPr>
          <a:xfrm>
            <a:off x="15049500" y="51244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63" name="Shape 61"/>
          <p:cNvSpPr/>
          <p:nvPr/>
        </p:nvSpPr>
        <p:spPr>
          <a:xfrm>
            <a:off x="15373350" y="51244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64" name="Shape 62"/>
          <p:cNvSpPr/>
          <p:nvPr/>
        </p:nvSpPr>
        <p:spPr>
          <a:xfrm>
            <a:off x="15697200" y="51244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65" name="Shape 63"/>
          <p:cNvSpPr/>
          <p:nvPr/>
        </p:nvSpPr>
        <p:spPr>
          <a:xfrm>
            <a:off x="16021050" y="51244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66" name="Shape 64"/>
          <p:cNvSpPr/>
          <p:nvPr/>
        </p:nvSpPr>
        <p:spPr>
          <a:xfrm>
            <a:off x="16344900" y="51244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67" name="Shape 65"/>
          <p:cNvSpPr/>
          <p:nvPr/>
        </p:nvSpPr>
        <p:spPr>
          <a:xfrm>
            <a:off x="16668750" y="51244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68" name="Shape 66"/>
          <p:cNvSpPr/>
          <p:nvPr/>
        </p:nvSpPr>
        <p:spPr>
          <a:xfrm>
            <a:off x="13106400" y="54483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69" name="Shape 67"/>
          <p:cNvSpPr/>
          <p:nvPr/>
        </p:nvSpPr>
        <p:spPr>
          <a:xfrm>
            <a:off x="14077950" y="54483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70" name="Shape 68"/>
          <p:cNvSpPr/>
          <p:nvPr/>
        </p:nvSpPr>
        <p:spPr>
          <a:xfrm>
            <a:off x="14401800" y="54483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71" name="Shape 69"/>
          <p:cNvSpPr/>
          <p:nvPr/>
        </p:nvSpPr>
        <p:spPr>
          <a:xfrm>
            <a:off x="15049500" y="54483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72" name="Shape 70"/>
          <p:cNvSpPr/>
          <p:nvPr/>
        </p:nvSpPr>
        <p:spPr>
          <a:xfrm>
            <a:off x="15373350" y="54483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73" name="Shape 71"/>
          <p:cNvSpPr/>
          <p:nvPr/>
        </p:nvSpPr>
        <p:spPr>
          <a:xfrm>
            <a:off x="15697200" y="54483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74" name="Shape 72"/>
          <p:cNvSpPr/>
          <p:nvPr/>
        </p:nvSpPr>
        <p:spPr>
          <a:xfrm>
            <a:off x="16021050" y="54483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75" name="Shape 73"/>
          <p:cNvSpPr/>
          <p:nvPr/>
        </p:nvSpPr>
        <p:spPr>
          <a:xfrm>
            <a:off x="16344900" y="54483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76" name="Shape 74"/>
          <p:cNvSpPr/>
          <p:nvPr/>
        </p:nvSpPr>
        <p:spPr>
          <a:xfrm>
            <a:off x="12134850" y="57721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77" name="Shape 75"/>
          <p:cNvSpPr/>
          <p:nvPr/>
        </p:nvSpPr>
        <p:spPr>
          <a:xfrm>
            <a:off x="13754100" y="57721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78" name="Shape 76"/>
          <p:cNvSpPr/>
          <p:nvPr/>
        </p:nvSpPr>
        <p:spPr>
          <a:xfrm>
            <a:off x="14077950" y="57721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79" name="Shape 77"/>
          <p:cNvSpPr/>
          <p:nvPr/>
        </p:nvSpPr>
        <p:spPr>
          <a:xfrm>
            <a:off x="14401800" y="57721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80" name="Shape 78"/>
          <p:cNvSpPr/>
          <p:nvPr/>
        </p:nvSpPr>
        <p:spPr>
          <a:xfrm>
            <a:off x="15049500" y="57721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81" name="Shape 79"/>
          <p:cNvSpPr/>
          <p:nvPr/>
        </p:nvSpPr>
        <p:spPr>
          <a:xfrm>
            <a:off x="16344900" y="57721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82" name="Shape 80"/>
          <p:cNvSpPr/>
          <p:nvPr/>
        </p:nvSpPr>
        <p:spPr>
          <a:xfrm>
            <a:off x="16668750" y="57721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83" name="Shape 81"/>
          <p:cNvSpPr/>
          <p:nvPr/>
        </p:nvSpPr>
        <p:spPr>
          <a:xfrm>
            <a:off x="12782550" y="60960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84" name="Shape 82"/>
          <p:cNvSpPr/>
          <p:nvPr/>
        </p:nvSpPr>
        <p:spPr>
          <a:xfrm>
            <a:off x="13430250" y="60960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85" name="Shape 83"/>
          <p:cNvSpPr/>
          <p:nvPr/>
        </p:nvSpPr>
        <p:spPr>
          <a:xfrm>
            <a:off x="14077950" y="60960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86" name="Shape 84"/>
          <p:cNvSpPr/>
          <p:nvPr/>
        </p:nvSpPr>
        <p:spPr>
          <a:xfrm>
            <a:off x="14401800" y="60960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87" name="Shape 85"/>
          <p:cNvSpPr/>
          <p:nvPr/>
        </p:nvSpPr>
        <p:spPr>
          <a:xfrm>
            <a:off x="14725650" y="60960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88" name="Shape 86"/>
          <p:cNvSpPr/>
          <p:nvPr/>
        </p:nvSpPr>
        <p:spPr>
          <a:xfrm>
            <a:off x="15049500" y="60960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89" name="Shape 87"/>
          <p:cNvSpPr/>
          <p:nvPr/>
        </p:nvSpPr>
        <p:spPr>
          <a:xfrm>
            <a:off x="15373350" y="60960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90" name="Shape 88"/>
          <p:cNvSpPr/>
          <p:nvPr/>
        </p:nvSpPr>
        <p:spPr>
          <a:xfrm>
            <a:off x="11811000" y="64198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91" name="Shape 89"/>
          <p:cNvSpPr/>
          <p:nvPr/>
        </p:nvSpPr>
        <p:spPr>
          <a:xfrm>
            <a:off x="12782550" y="64198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92" name="Shape 90"/>
          <p:cNvSpPr/>
          <p:nvPr/>
        </p:nvSpPr>
        <p:spPr>
          <a:xfrm>
            <a:off x="14077950" y="64198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93" name="Shape 91"/>
          <p:cNvSpPr/>
          <p:nvPr/>
        </p:nvSpPr>
        <p:spPr>
          <a:xfrm>
            <a:off x="15697200" y="64198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94" name="Shape 92"/>
          <p:cNvSpPr/>
          <p:nvPr/>
        </p:nvSpPr>
        <p:spPr>
          <a:xfrm>
            <a:off x="16021050" y="64198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95" name="Shape 93"/>
          <p:cNvSpPr/>
          <p:nvPr/>
        </p:nvSpPr>
        <p:spPr>
          <a:xfrm>
            <a:off x="16992600" y="64198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96" name="Shape 94"/>
          <p:cNvSpPr/>
          <p:nvPr/>
        </p:nvSpPr>
        <p:spPr>
          <a:xfrm>
            <a:off x="17316450" y="64198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97" name="Shape 95"/>
          <p:cNvSpPr/>
          <p:nvPr/>
        </p:nvSpPr>
        <p:spPr>
          <a:xfrm>
            <a:off x="11811000" y="67437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98" name="Shape 96"/>
          <p:cNvSpPr/>
          <p:nvPr/>
        </p:nvSpPr>
        <p:spPr>
          <a:xfrm>
            <a:off x="12134850" y="67437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99" name="Shape 97"/>
          <p:cNvSpPr/>
          <p:nvPr/>
        </p:nvSpPr>
        <p:spPr>
          <a:xfrm>
            <a:off x="12782550" y="67437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00" name="Shape 98"/>
          <p:cNvSpPr/>
          <p:nvPr/>
        </p:nvSpPr>
        <p:spPr>
          <a:xfrm>
            <a:off x="13430250" y="67437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01" name="Shape 99"/>
          <p:cNvSpPr/>
          <p:nvPr/>
        </p:nvSpPr>
        <p:spPr>
          <a:xfrm>
            <a:off x="13754100" y="67437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5373350" y="67437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5697200" y="67437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6021050" y="67437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6668750" y="67437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6992600" y="67437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811000" y="70675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2458700" y="70675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2782550" y="70675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3106400" y="70675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3430250" y="70675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4077950" y="70675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4401800" y="70675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4725650" y="70675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5049500" y="70675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5373350" y="70675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6021050" y="70675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6344900" y="70675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6992600" y="70675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7316450" y="70675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2134850" y="73914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2458700" y="73914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2782550" y="73914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24" name="Shape 122"/>
          <p:cNvSpPr/>
          <p:nvPr/>
        </p:nvSpPr>
        <p:spPr>
          <a:xfrm>
            <a:off x="13106400" y="73914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3430250" y="73914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26" name="Shape 124"/>
          <p:cNvSpPr/>
          <p:nvPr/>
        </p:nvSpPr>
        <p:spPr>
          <a:xfrm>
            <a:off x="13754100" y="73914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4077950" y="73914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4401800" y="73914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5049500" y="73914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5373350" y="73914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31" name="Shape 129"/>
          <p:cNvSpPr/>
          <p:nvPr/>
        </p:nvSpPr>
        <p:spPr>
          <a:xfrm>
            <a:off x="16021050" y="73914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32" name="Shape 130"/>
          <p:cNvSpPr/>
          <p:nvPr/>
        </p:nvSpPr>
        <p:spPr>
          <a:xfrm>
            <a:off x="16992600" y="73914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7316450" y="73914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1811000" y="77152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2134850" y="77152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36" name="Shape 134"/>
          <p:cNvSpPr/>
          <p:nvPr/>
        </p:nvSpPr>
        <p:spPr>
          <a:xfrm>
            <a:off x="12458700" y="77152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3106400" y="77152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38" name="Shape 136"/>
          <p:cNvSpPr/>
          <p:nvPr/>
        </p:nvSpPr>
        <p:spPr>
          <a:xfrm>
            <a:off x="13430250" y="77152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3754100" y="77152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4077950" y="77152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4725650" y="77152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42" name="Shape 140"/>
          <p:cNvSpPr/>
          <p:nvPr/>
        </p:nvSpPr>
        <p:spPr>
          <a:xfrm>
            <a:off x="15373350" y="77152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43" name="Shape 141"/>
          <p:cNvSpPr/>
          <p:nvPr/>
        </p:nvSpPr>
        <p:spPr>
          <a:xfrm>
            <a:off x="15697200" y="77152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44" name="Shape 142"/>
          <p:cNvSpPr/>
          <p:nvPr/>
        </p:nvSpPr>
        <p:spPr>
          <a:xfrm>
            <a:off x="16021050" y="77152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45" name="Shape 143"/>
          <p:cNvSpPr/>
          <p:nvPr/>
        </p:nvSpPr>
        <p:spPr>
          <a:xfrm>
            <a:off x="16344900" y="77152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46" name="Shape 144"/>
          <p:cNvSpPr/>
          <p:nvPr/>
        </p:nvSpPr>
        <p:spPr>
          <a:xfrm>
            <a:off x="12134850" y="80391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47" name="Shape 145"/>
          <p:cNvSpPr/>
          <p:nvPr/>
        </p:nvSpPr>
        <p:spPr>
          <a:xfrm>
            <a:off x="12458700" y="80391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48" name="Shape 146"/>
          <p:cNvSpPr/>
          <p:nvPr/>
        </p:nvSpPr>
        <p:spPr>
          <a:xfrm>
            <a:off x="12782550" y="80391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49" name="Shape 147"/>
          <p:cNvSpPr/>
          <p:nvPr/>
        </p:nvSpPr>
        <p:spPr>
          <a:xfrm>
            <a:off x="13106400" y="80391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50" name="Shape 148"/>
          <p:cNvSpPr/>
          <p:nvPr/>
        </p:nvSpPr>
        <p:spPr>
          <a:xfrm>
            <a:off x="14401800" y="80391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51" name="Shape 149"/>
          <p:cNvSpPr/>
          <p:nvPr/>
        </p:nvSpPr>
        <p:spPr>
          <a:xfrm>
            <a:off x="14725650" y="80391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52" name="Shape 150"/>
          <p:cNvSpPr/>
          <p:nvPr/>
        </p:nvSpPr>
        <p:spPr>
          <a:xfrm>
            <a:off x="15049500" y="80391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53" name="Shape 151"/>
          <p:cNvSpPr/>
          <p:nvPr/>
        </p:nvSpPr>
        <p:spPr>
          <a:xfrm>
            <a:off x="15373350" y="80391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54" name="Shape 152"/>
          <p:cNvSpPr/>
          <p:nvPr/>
        </p:nvSpPr>
        <p:spPr>
          <a:xfrm>
            <a:off x="15697200" y="80391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55" name="Shape 153"/>
          <p:cNvSpPr/>
          <p:nvPr/>
        </p:nvSpPr>
        <p:spPr>
          <a:xfrm>
            <a:off x="16021050" y="80391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56" name="Shape 154"/>
          <p:cNvSpPr/>
          <p:nvPr/>
        </p:nvSpPr>
        <p:spPr>
          <a:xfrm>
            <a:off x="16992600" y="803910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57" name="Shape 155"/>
          <p:cNvSpPr/>
          <p:nvPr/>
        </p:nvSpPr>
        <p:spPr>
          <a:xfrm>
            <a:off x="11811000" y="83629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58" name="Shape 156"/>
          <p:cNvSpPr/>
          <p:nvPr/>
        </p:nvSpPr>
        <p:spPr>
          <a:xfrm>
            <a:off x="12134850" y="83629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59" name="Shape 157"/>
          <p:cNvSpPr/>
          <p:nvPr/>
        </p:nvSpPr>
        <p:spPr>
          <a:xfrm>
            <a:off x="12458700" y="83629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60" name="Shape 158"/>
          <p:cNvSpPr/>
          <p:nvPr/>
        </p:nvSpPr>
        <p:spPr>
          <a:xfrm>
            <a:off x="12782550" y="83629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61" name="Shape 159"/>
          <p:cNvSpPr/>
          <p:nvPr/>
        </p:nvSpPr>
        <p:spPr>
          <a:xfrm>
            <a:off x="13106400" y="83629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4077950" y="83629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63" name="Shape 161"/>
          <p:cNvSpPr/>
          <p:nvPr/>
        </p:nvSpPr>
        <p:spPr>
          <a:xfrm>
            <a:off x="14401800" y="83629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64" name="Shape 162"/>
          <p:cNvSpPr/>
          <p:nvPr/>
        </p:nvSpPr>
        <p:spPr>
          <a:xfrm>
            <a:off x="14725650" y="83629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65" name="Shape 163"/>
          <p:cNvSpPr/>
          <p:nvPr/>
        </p:nvSpPr>
        <p:spPr>
          <a:xfrm>
            <a:off x="15049500" y="83629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66" name="Shape 164"/>
          <p:cNvSpPr/>
          <p:nvPr/>
        </p:nvSpPr>
        <p:spPr>
          <a:xfrm>
            <a:off x="15697200" y="83629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67" name="Shape 165"/>
          <p:cNvSpPr/>
          <p:nvPr/>
        </p:nvSpPr>
        <p:spPr>
          <a:xfrm>
            <a:off x="16021050" y="83629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68" name="Shape 166"/>
          <p:cNvSpPr/>
          <p:nvPr/>
        </p:nvSpPr>
        <p:spPr>
          <a:xfrm>
            <a:off x="16344900" y="83629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69" name="Shape 167"/>
          <p:cNvSpPr/>
          <p:nvPr/>
        </p:nvSpPr>
        <p:spPr>
          <a:xfrm>
            <a:off x="16668750" y="83629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70" name="Shape 168"/>
          <p:cNvSpPr/>
          <p:nvPr/>
        </p:nvSpPr>
        <p:spPr>
          <a:xfrm>
            <a:off x="16992600" y="8362950"/>
            <a:ext cx="228600" cy="228600"/>
          </a:xfrm>
          <a:prstGeom prst="roundRect">
            <a:avLst>
              <a:gd name="adj" fmla="val 12500"/>
            </a:avLst>
          </a:prstGeom>
          <a:solidFill>
            <a:srgbClr val="FFB454"/>
          </a:solidFill>
          <a:ln/>
        </p:spPr>
      </p:sp>
      <p:sp>
        <p:nvSpPr>
          <p:cNvPr id="171" name="Shape 16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2" name="Moda image moda-export-watermark-4ba91730-c999-4472-923b-407fd99e6a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2479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Edu4All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7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tập,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minh</a:t>
            </a:r>
            <a:r>
              <a:rPr lang="en-US" sz="27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2571750"/>
          </a:xfrm>
          <a:prstGeom prst="roundRect">
            <a:avLst>
              <a:gd name="adj" fmla="val 8889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71850"/>
            <a:ext cx="114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Giải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ảnh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gì,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8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đâu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3143250"/>
            <a:ext cx="8001000" cy="2571750"/>
          </a:xfrm>
          <a:prstGeom prst="roundRect">
            <a:avLst>
              <a:gd name="adj" fmla="val 8889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9753600" y="3371850"/>
            <a:ext cx="114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753600" y="44767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Hiểu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gpt-image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28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DALL·E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thế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6000750"/>
            <a:ext cx="8001000" cy="2571750"/>
          </a:xfrm>
          <a:prstGeom prst="roundRect">
            <a:avLst>
              <a:gd name="adj" fmla="val 8889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229350"/>
            <a:ext cx="114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1295400" y="73342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Viết</a:t>
            </a:r>
            <a:r>
              <a:rPr lang="en-US" sz="2850" dirty="0" spc="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ảnh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Python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372600" y="6000750"/>
            <a:ext cx="8001000" cy="2571750"/>
          </a:xfrm>
          <a:prstGeom prst="roundRect">
            <a:avLst>
              <a:gd name="adj" fmla="val 8889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9753600" y="6229350"/>
            <a:ext cx="114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9753600" y="73342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Sửa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ảnh,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r>
              <a:rPr lang="en-US" sz="28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rào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8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metaprompt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7" name="Shape 15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Text 25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 02/11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47125704-cf8d-4d2e-90c1-130705ffa3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7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Tạo</a:t>
            </a:r>
            <a:r>
              <a:rPr lang="en-US" sz="72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ảnh:</a:t>
            </a:r>
            <a:r>
              <a:rPr lang="en-US" sz="72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2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nhiễu</a:t>
            </a:r>
            <a:r>
              <a:rPr lang="en-US" sz="72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7200" dirty="0" spc="-1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2479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7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nhiễu</a:t>
            </a:r>
            <a:r>
              <a:rPr lang="en-US" sz="27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nhiên,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khử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nhiễu</a:t>
            </a:r>
            <a:r>
              <a:rPr lang="en-US" sz="2700" dirty="0" spc="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bước,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dirty="0" spc="-3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700" dirty="0"/>
          </a:p>
        </p:txBody>
      </p:sp>
      <p:sp>
        <p:nvSpPr>
          <p:cNvPr id="4" name="Connector line-1792488719993-940361273"/>
          <p:cNvSpPr/>
          <p:nvPr/>
        </p:nvSpPr>
        <p:spPr>
          <a:xfrm>
            <a:off x="1428750" y="7334250"/>
            <a:ext cx="15430500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14400" y="3238500"/>
            <a:ext cx="3429000" cy="34290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0150" y="35242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7" name="Shape 5"/>
          <p:cNvSpPr/>
          <p:nvPr/>
        </p:nvSpPr>
        <p:spPr>
          <a:xfrm>
            <a:off x="1447800" y="35242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8" name="Shape 6"/>
          <p:cNvSpPr/>
          <p:nvPr/>
        </p:nvSpPr>
        <p:spPr>
          <a:xfrm>
            <a:off x="2438400" y="35242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9" name="Shape 7"/>
          <p:cNvSpPr/>
          <p:nvPr/>
        </p:nvSpPr>
        <p:spPr>
          <a:xfrm>
            <a:off x="3181350" y="35242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10" name="Shape 8"/>
          <p:cNvSpPr/>
          <p:nvPr/>
        </p:nvSpPr>
        <p:spPr>
          <a:xfrm>
            <a:off x="3676650" y="35242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11" name="Shape 9"/>
          <p:cNvSpPr/>
          <p:nvPr/>
        </p:nvSpPr>
        <p:spPr>
          <a:xfrm>
            <a:off x="3924300" y="35242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37719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37719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8400" y="37719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15" name="Shape 13"/>
          <p:cNvSpPr/>
          <p:nvPr/>
        </p:nvSpPr>
        <p:spPr>
          <a:xfrm>
            <a:off x="2933700" y="37719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16" name="Shape 14"/>
          <p:cNvSpPr/>
          <p:nvPr/>
        </p:nvSpPr>
        <p:spPr>
          <a:xfrm>
            <a:off x="3429000" y="37719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40195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40195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40195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40195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21" name="Shape 19"/>
          <p:cNvSpPr/>
          <p:nvPr/>
        </p:nvSpPr>
        <p:spPr>
          <a:xfrm>
            <a:off x="2686050" y="40195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22" name="Shape 20"/>
          <p:cNvSpPr/>
          <p:nvPr/>
        </p:nvSpPr>
        <p:spPr>
          <a:xfrm>
            <a:off x="3676650" y="40195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75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243840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268605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293370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342900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367665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392430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1200150" y="45148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695450" y="45148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2438400" y="45148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3181350" y="45148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3429000" y="45148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1200150" y="47625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1447800" y="47625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40" name="Shape 38"/>
          <p:cNvSpPr/>
          <p:nvPr/>
        </p:nvSpPr>
        <p:spPr>
          <a:xfrm>
            <a:off x="1695450" y="47625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41" name="Shape 39"/>
          <p:cNvSpPr/>
          <p:nvPr/>
        </p:nvSpPr>
        <p:spPr>
          <a:xfrm>
            <a:off x="2190750" y="47625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42" name="Shape 40"/>
          <p:cNvSpPr/>
          <p:nvPr/>
        </p:nvSpPr>
        <p:spPr>
          <a:xfrm>
            <a:off x="2933700" y="47625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43" name="Shape 41"/>
          <p:cNvSpPr/>
          <p:nvPr/>
        </p:nvSpPr>
        <p:spPr>
          <a:xfrm>
            <a:off x="3924300" y="47625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44" name="Shape 42"/>
          <p:cNvSpPr/>
          <p:nvPr/>
        </p:nvSpPr>
        <p:spPr>
          <a:xfrm>
            <a:off x="1200150" y="50101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45" name="Shape 43"/>
          <p:cNvSpPr/>
          <p:nvPr/>
        </p:nvSpPr>
        <p:spPr>
          <a:xfrm>
            <a:off x="2190750" y="50101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46" name="Shape 44"/>
          <p:cNvSpPr/>
          <p:nvPr/>
        </p:nvSpPr>
        <p:spPr>
          <a:xfrm>
            <a:off x="2686050" y="50101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47" name="Shape 45"/>
          <p:cNvSpPr/>
          <p:nvPr/>
        </p:nvSpPr>
        <p:spPr>
          <a:xfrm>
            <a:off x="2933700" y="50101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48" name="Shape 46"/>
          <p:cNvSpPr/>
          <p:nvPr/>
        </p:nvSpPr>
        <p:spPr>
          <a:xfrm>
            <a:off x="3676650" y="50101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49" name="Shape 47"/>
          <p:cNvSpPr/>
          <p:nvPr/>
        </p:nvSpPr>
        <p:spPr>
          <a:xfrm>
            <a:off x="1200150" y="52578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50" name="Shape 48"/>
          <p:cNvSpPr/>
          <p:nvPr/>
        </p:nvSpPr>
        <p:spPr>
          <a:xfrm>
            <a:off x="1695450" y="52578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51" name="Shape 49"/>
          <p:cNvSpPr/>
          <p:nvPr/>
        </p:nvSpPr>
        <p:spPr>
          <a:xfrm>
            <a:off x="1943100" y="52578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52" name="Shape 50"/>
          <p:cNvSpPr/>
          <p:nvPr/>
        </p:nvSpPr>
        <p:spPr>
          <a:xfrm>
            <a:off x="2190750" y="52578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53" name="Shape 51"/>
          <p:cNvSpPr/>
          <p:nvPr/>
        </p:nvSpPr>
        <p:spPr>
          <a:xfrm>
            <a:off x="2686050" y="52578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54" name="Shape 52"/>
          <p:cNvSpPr/>
          <p:nvPr/>
        </p:nvSpPr>
        <p:spPr>
          <a:xfrm>
            <a:off x="2933700" y="52578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55" name="Shape 53"/>
          <p:cNvSpPr/>
          <p:nvPr/>
        </p:nvSpPr>
        <p:spPr>
          <a:xfrm>
            <a:off x="3181350" y="52578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56" name="Shape 54"/>
          <p:cNvSpPr/>
          <p:nvPr/>
        </p:nvSpPr>
        <p:spPr>
          <a:xfrm>
            <a:off x="3429000" y="52578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57" name="Shape 55"/>
          <p:cNvSpPr/>
          <p:nvPr/>
        </p:nvSpPr>
        <p:spPr>
          <a:xfrm>
            <a:off x="3924300" y="52578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58" name="Shape 56"/>
          <p:cNvSpPr/>
          <p:nvPr/>
        </p:nvSpPr>
        <p:spPr>
          <a:xfrm>
            <a:off x="120015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59" name="Shape 57"/>
          <p:cNvSpPr/>
          <p:nvPr/>
        </p:nvSpPr>
        <p:spPr>
          <a:xfrm>
            <a:off x="144780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60" name="Shape 58"/>
          <p:cNvSpPr/>
          <p:nvPr/>
        </p:nvSpPr>
        <p:spPr>
          <a:xfrm>
            <a:off x="169545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61" name="Shape 59"/>
          <p:cNvSpPr/>
          <p:nvPr/>
        </p:nvSpPr>
        <p:spPr>
          <a:xfrm>
            <a:off x="243840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62" name="Shape 60"/>
          <p:cNvSpPr/>
          <p:nvPr/>
        </p:nvSpPr>
        <p:spPr>
          <a:xfrm>
            <a:off x="268605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63" name="Shape 61"/>
          <p:cNvSpPr/>
          <p:nvPr/>
        </p:nvSpPr>
        <p:spPr>
          <a:xfrm>
            <a:off x="367665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64" name="Shape 62"/>
          <p:cNvSpPr/>
          <p:nvPr/>
        </p:nvSpPr>
        <p:spPr>
          <a:xfrm>
            <a:off x="169545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65" name="Shape 63"/>
          <p:cNvSpPr/>
          <p:nvPr/>
        </p:nvSpPr>
        <p:spPr>
          <a:xfrm>
            <a:off x="194310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66" name="Shape 64"/>
          <p:cNvSpPr/>
          <p:nvPr/>
        </p:nvSpPr>
        <p:spPr>
          <a:xfrm>
            <a:off x="219075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67" name="Shape 65"/>
          <p:cNvSpPr/>
          <p:nvPr/>
        </p:nvSpPr>
        <p:spPr>
          <a:xfrm>
            <a:off x="243840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68" name="Shape 66"/>
          <p:cNvSpPr/>
          <p:nvPr/>
        </p:nvSpPr>
        <p:spPr>
          <a:xfrm>
            <a:off x="342900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69" name="Shape 67"/>
          <p:cNvSpPr/>
          <p:nvPr/>
        </p:nvSpPr>
        <p:spPr>
          <a:xfrm>
            <a:off x="392430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70" name="Shape 68"/>
          <p:cNvSpPr/>
          <p:nvPr/>
        </p:nvSpPr>
        <p:spPr>
          <a:xfrm>
            <a:off x="169545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71" name="Shape 69"/>
          <p:cNvSpPr/>
          <p:nvPr/>
        </p:nvSpPr>
        <p:spPr>
          <a:xfrm>
            <a:off x="194310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72" name="Shape 70"/>
          <p:cNvSpPr/>
          <p:nvPr/>
        </p:nvSpPr>
        <p:spPr>
          <a:xfrm>
            <a:off x="219075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73" name="Shape 71"/>
          <p:cNvSpPr/>
          <p:nvPr/>
        </p:nvSpPr>
        <p:spPr>
          <a:xfrm>
            <a:off x="293370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74" name="Shape 72"/>
          <p:cNvSpPr/>
          <p:nvPr/>
        </p:nvSpPr>
        <p:spPr>
          <a:xfrm>
            <a:off x="392430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75" name="Shape 73"/>
          <p:cNvSpPr/>
          <p:nvPr/>
        </p:nvSpPr>
        <p:spPr>
          <a:xfrm>
            <a:off x="16954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76" name="Shape 74"/>
          <p:cNvSpPr/>
          <p:nvPr/>
        </p:nvSpPr>
        <p:spPr>
          <a:xfrm>
            <a:off x="194310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77" name="Shape 75"/>
          <p:cNvSpPr/>
          <p:nvPr/>
        </p:nvSpPr>
        <p:spPr>
          <a:xfrm>
            <a:off x="21907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78" name="Shape 76"/>
          <p:cNvSpPr/>
          <p:nvPr/>
        </p:nvSpPr>
        <p:spPr>
          <a:xfrm>
            <a:off x="243840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79" name="Shape 77"/>
          <p:cNvSpPr/>
          <p:nvPr/>
        </p:nvSpPr>
        <p:spPr>
          <a:xfrm>
            <a:off x="31813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80" name="Shape 78"/>
          <p:cNvSpPr/>
          <p:nvPr/>
        </p:nvSpPr>
        <p:spPr>
          <a:xfrm>
            <a:off x="36766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14161C"/>
          </a:solidFill>
          <a:ln/>
        </p:spPr>
      </p:sp>
      <p:sp>
        <p:nvSpPr>
          <p:cNvPr id="81" name="Shape 79"/>
          <p:cNvSpPr/>
          <p:nvPr/>
        </p:nvSpPr>
        <p:spPr>
          <a:xfrm>
            <a:off x="2514600" y="7219950"/>
            <a:ext cx="228600" cy="228600"/>
          </a:xfrm>
          <a:prstGeom prst="ellipse">
            <a:avLst/>
          </a:prstGeom>
          <a:solidFill>
            <a:srgbClr val="F3EEE3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14400" y="7620000"/>
            <a:ext cx="34290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ctr" indent="0" marL="0">
              <a:lnSpc>
                <a:spcPts val="3315"/>
              </a:lnSpc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Nhiễu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550" dirty="0"/>
          </a:p>
        </p:txBody>
      </p:sp>
      <p:sp>
        <p:nvSpPr>
          <p:cNvPr id="83" name="Text 81"/>
          <p:cNvSpPr/>
          <p:nvPr/>
        </p:nvSpPr>
        <p:spPr>
          <a:xfrm>
            <a:off x="914400" y="81153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dirty="0" spc="-9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bắt</a:t>
            </a:r>
            <a:r>
              <a:rPr lang="en-US" sz="1950" dirty="0" spc="1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đầu</a:t>
            </a:r>
            <a:endParaRPr lang="en-US" sz="1950" dirty="0"/>
          </a:p>
        </p:txBody>
      </p:sp>
      <p:sp>
        <p:nvSpPr>
          <p:cNvPr id="84" name="Shape 82"/>
          <p:cNvSpPr/>
          <p:nvPr/>
        </p:nvSpPr>
        <p:spPr>
          <a:xfrm>
            <a:off x="5086350" y="3238500"/>
            <a:ext cx="3429000" cy="34290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619750" y="35242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86" name="Shape 84"/>
          <p:cNvSpPr/>
          <p:nvPr/>
        </p:nvSpPr>
        <p:spPr>
          <a:xfrm>
            <a:off x="6610350" y="35242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87" name="Shape 85"/>
          <p:cNvSpPr/>
          <p:nvPr/>
        </p:nvSpPr>
        <p:spPr>
          <a:xfrm>
            <a:off x="7353300" y="35242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88" name="Shape 86"/>
          <p:cNvSpPr/>
          <p:nvPr/>
        </p:nvSpPr>
        <p:spPr>
          <a:xfrm>
            <a:off x="8096250" y="35242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89" name="Shape 87"/>
          <p:cNvSpPr/>
          <p:nvPr/>
        </p:nvSpPr>
        <p:spPr>
          <a:xfrm>
            <a:off x="5372100" y="37719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90" name="Shape 88"/>
          <p:cNvSpPr/>
          <p:nvPr/>
        </p:nvSpPr>
        <p:spPr>
          <a:xfrm>
            <a:off x="7105650" y="37719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91" name="Shape 89"/>
          <p:cNvSpPr/>
          <p:nvPr/>
        </p:nvSpPr>
        <p:spPr>
          <a:xfrm>
            <a:off x="7600950" y="37719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92" name="Shape 90"/>
          <p:cNvSpPr/>
          <p:nvPr/>
        </p:nvSpPr>
        <p:spPr>
          <a:xfrm>
            <a:off x="6362700" y="40195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93" name="Shape 91"/>
          <p:cNvSpPr/>
          <p:nvPr/>
        </p:nvSpPr>
        <p:spPr>
          <a:xfrm>
            <a:off x="6858000" y="40195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94" name="Shape 92"/>
          <p:cNvSpPr/>
          <p:nvPr/>
        </p:nvSpPr>
        <p:spPr>
          <a:xfrm>
            <a:off x="7600950" y="40195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95" name="Shape 93"/>
          <p:cNvSpPr/>
          <p:nvPr/>
        </p:nvSpPr>
        <p:spPr>
          <a:xfrm>
            <a:off x="7848600" y="40195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96" name="Shape 94"/>
          <p:cNvSpPr/>
          <p:nvPr/>
        </p:nvSpPr>
        <p:spPr>
          <a:xfrm>
            <a:off x="537210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97" name="Shape 95"/>
          <p:cNvSpPr/>
          <p:nvPr/>
        </p:nvSpPr>
        <p:spPr>
          <a:xfrm>
            <a:off x="586740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98" name="Shape 96"/>
          <p:cNvSpPr/>
          <p:nvPr/>
        </p:nvSpPr>
        <p:spPr>
          <a:xfrm>
            <a:off x="636270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99" name="Shape 97"/>
          <p:cNvSpPr/>
          <p:nvPr/>
        </p:nvSpPr>
        <p:spPr>
          <a:xfrm>
            <a:off x="661035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00" name="Shape 98"/>
          <p:cNvSpPr/>
          <p:nvPr/>
        </p:nvSpPr>
        <p:spPr>
          <a:xfrm>
            <a:off x="685800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01" name="Shape 99"/>
          <p:cNvSpPr/>
          <p:nvPr/>
        </p:nvSpPr>
        <p:spPr>
          <a:xfrm>
            <a:off x="710565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735330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760095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784860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809625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867400" y="45148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7105650" y="45148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08" name="Shape 106"/>
          <p:cNvSpPr/>
          <p:nvPr/>
        </p:nvSpPr>
        <p:spPr>
          <a:xfrm>
            <a:off x="7353300" y="45148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7600950" y="45148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619750" y="47625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867400" y="47625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6362700" y="47625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7105650" y="47625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7353300" y="47625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8096250" y="47625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16" name="Shape 114"/>
          <p:cNvSpPr/>
          <p:nvPr/>
        </p:nvSpPr>
        <p:spPr>
          <a:xfrm>
            <a:off x="6362700" y="50101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372100" y="52578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67400" y="52578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19" name="Shape 117"/>
          <p:cNvSpPr/>
          <p:nvPr/>
        </p:nvSpPr>
        <p:spPr>
          <a:xfrm>
            <a:off x="6115050" y="52578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20" name="Shape 118"/>
          <p:cNvSpPr/>
          <p:nvPr/>
        </p:nvSpPr>
        <p:spPr>
          <a:xfrm>
            <a:off x="6858000" y="52578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21" name="Shape 119"/>
          <p:cNvSpPr/>
          <p:nvPr/>
        </p:nvSpPr>
        <p:spPr>
          <a:xfrm>
            <a:off x="8096250" y="52578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22" name="Shape 120"/>
          <p:cNvSpPr/>
          <p:nvPr/>
        </p:nvSpPr>
        <p:spPr>
          <a:xfrm>
            <a:off x="537210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23" name="Shape 121"/>
          <p:cNvSpPr/>
          <p:nvPr/>
        </p:nvSpPr>
        <p:spPr>
          <a:xfrm>
            <a:off x="561975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24" name="Shape 122"/>
          <p:cNvSpPr/>
          <p:nvPr/>
        </p:nvSpPr>
        <p:spPr>
          <a:xfrm>
            <a:off x="586740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25" name="Shape 123"/>
          <p:cNvSpPr/>
          <p:nvPr/>
        </p:nvSpPr>
        <p:spPr>
          <a:xfrm>
            <a:off x="735330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26" name="Shape 124"/>
          <p:cNvSpPr/>
          <p:nvPr/>
        </p:nvSpPr>
        <p:spPr>
          <a:xfrm>
            <a:off x="760095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27" name="Shape 125"/>
          <p:cNvSpPr/>
          <p:nvPr/>
        </p:nvSpPr>
        <p:spPr>
          <a:xfrm>
            <a:off x="784860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28" name="Shape 126"/>
          <p:cNvSpPr/>
          <p:nvPr/>
        </p:nvSpPr>
        <p:spPr>
          <a:xfrm>
            <a:off x="586740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11505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6270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61035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33" name="Shape 131"/>
          <p:cNvSpPr/>
          <p:nvPr/>
        </p:nvSpPr>
        <p:spPr>
          <a:xfrm>
            <a:off x="710565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34" name="Shape 132"/>
          <p:cNvSpPr/>
          <p:nvPr/>
        </p:nvSpPr>
        <p:spPr>
          <a:xfrm>
            <a:off x="735330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35" name="Shape 133"/>
          <p:cNvSpPr/>
          <p:nvPr/>
        </p:nvSpPr>
        <p:spPr>
          <a:xfrm>
            <a:off x="760095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36" name="Shape 134"/>
          <p:cNvSpPr/>
          <p:nvPr/>
        </p:nvSpPr>
        <p:spPr>
          <a:xfrm>
            <a:off x="809625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37" name="Shape 135"/>
          <p:cNvSpPr/>
          <p:nvPr/>
        </p:nvSpPr>
        <p:spPr>
          <a:xfrm>
            <a:off x="561975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38" name="Shape 136"/>
          <p:cNvSpPr/>
          <p:nvPr/>
        </p:nvSpPr>
        <p:spPr>
          <a:xfrm>
            <a:off x="586740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11505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36270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61035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10565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5330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44" name="Shape 142"/>
          <p:cNvSpPr/>
          <p:nvPr/>
        </p:nvSpPr>
        <p:spPr>
          <a:xfrm>
            <a:off x="809625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45" name="Shape 143"/>
          <p:cNvSpPr/>
          <p:nvPr/>
        </p:nvSpPr>
        <p:spPr>
          <a:xfrm>
            <a:off x="586740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46" name="Shape 144"/>
          <p:cNvSpPr/>
          <p:nvPr/>
        </p:nvSpPr>
        <p:spPr>
          <a:xfrm>
            <a:off x="61150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47" name="Shape 145"/>
          <p:cNvSpPr/>
          <p:nvPr/>
        </p:nvSpPr>
        <p:spPr>
          <a:xfrm>
            <a:off x="636270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48" name="Shape 146"/>
          <p:cNvSpPr/>
          <p:nvPr/>
        </p:nvSpPr>
        <p:spPr>
          <a:xfrm>
            <a:off x="66103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49" name="Shape 147"/>
          <p:cNvSpPr/>
          <p:nvPr/>
        </p:nvSpPr>
        <p:spPr>
          <a:xfrm>
            <a:off x="685800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1056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5330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6009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4860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54" name="Shape 152"/>
          <p:cNvSpPr/>
          <p:nvPr/>
        </p:nvSpPr>
        <p:spPr>
          <a:xfrm>
            <a:off x="80962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55" name="Shape 153"/>
          <p:cNvSpPr/>
          <p:nvPr/>
        </p:nvSpPr>
        <p:spPr>
          <a:xfrm>
            <a:off x="6686550" y="7219950"/>
            <a:ext cx="228600" cy="228600"/>
          </a:xfrm>
          <a:prstGeom prst="ellipse">
            <a:avLst/>
          </a:prstGeom>
          <a:solidFill>
            <a:srgbClr val="F3EEE3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086350" y="7620000"/>
            <a:ext cx="34290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ctr" indent="0" marL="0">
              <a:lnSpc>
                <a:spcPts val="3315"/>
              </a:lnSpc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Khử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nhiễu</a:t>
            </a:r>
            <a:endParaRPr lang="en-US" sz="2550" dirty="0"/>
          </a:p>
        </p:txBody>
      </p:sp>
      <p:sp>
        <p:nvSpPr>
          <p:cNvPr id="157" name="Text 155"/>
          <p:cNvSpPr/>
          <p:nvPr/>
        </p:nvSpPr>
        <p:spPr>
          <a:xfrm>
            <a:off x="5086350" y="81153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dirty="0" spc="19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từng</a:t>
            </a:r>
            <a:r>
              <a:rPr lang="en-US" sz="1950" dirty="0" spc="8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bước</a:t>
            </a:r>
            <a:endParaRPr lang="en-US" sz="1950" dirty="0"/>
          </a:p>
        </p:txBody>
      </p:sp>
      <p:sp>
        <p:nvSpPr>
          <p:cNvPr id="158" name="Shape 156"/>
          <p:cNvSpPr/>
          <p:nvPr/>
        </p:nvSpPr>
        <p:spPr>
          <a:xfrm>
            <a:off x="9258300" y="3238500"/>
            <a:ext cx="3429000" cy="34290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791700" y="35242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60" name="Shape 158"/>
          <p:cNvSpPr/>
          <p:nvPr/>
        </p:nvSpPr>
        <p:spPr>
          <a:xfrm>
            <a:off x="9544050" y="37719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61" name="Shape 159"/>
          <p:cNvSpPr/>
          <p:nvPr/>
        </p:nvSpPr>
        <p:spPr>
          <a:xfrm>
            <a:off x="11029950" y="40195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1772900" y="40195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63" name="Shape 161"/>
          <p:cNvSpPr/>
          <p:nvPr/>
        </p:nvSpPr>
        <p:spPr>
          <a:xfrm>
            <a:off x="12020550" y="40195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64" name="Shape 162"/>
          <p:cNvSpPr/>
          <p:nvPr/>
        </p:nvSpPr>
        <p:spPr>
          <a:xfrm>
            <a:off x="1102995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65" name="Shape 163"/>
          <p:cNvSpPr/>
          <p:nvPr/>
        </p:nvSpPr>
        <p:spPr>
          <a:xfrm>
            <a:off x="1127760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66" name="Shape 164"/>
          <p:cNvSpPr/>
          <p:nvPr/>
        </p:nvSpPr>
        <p:spPr>
          <a:xfrm>
            <a:off x="1152525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67" name="Shape 165"/>
          <p:cNvSpPr/>
          <p:nvPr/>
        </p:nvSpPr>
        <p:spPr>
          <a:xfrm>
            <a:off x="1177290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68" name="Shape 166"/>
          <p:cNvSpPr/>
          <p:nvPr/>
        </p:nvSpPr>
        <p:spPr>
          <a:xfrm>
            <a:off x="11029950" y="45148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69" name="Shape 167"/>
          <p:cNvSpPr/>
          <p:nvPr/>
        </p:nvSpPr>
        <p:spPr>
          <a:xfrm>
            <a:off x="11277600" y="45148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70" name="Shape 168"/>
          <p:cNvSpPr/>
          <p:nvPr/>
        </p:nvSpPr>
        <p:spPr>
          <a:xfrm>
            <a:off x="11525250" y="45148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71" name="Shape 169"/>
          <p:cNvSpPr/>
          <p:nvPr/>
        </p:nvSpPr>
        <p:spPr>
          <a:xfrm>
            <a:off x="11772900" y="45148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72" name="Shape 170"/>
          <p:cNvSpPr/>
          <p:nvPr/>
        </p:nvSpPr>
        <p:spPr>
          <a:xfrm>
            <a:off x="10039350" y="47625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73" name="Shape 171"/>
          <p:cNvSpPr/>
          <p:nvPr/>
        </p:nvSpPr>
        <p:spPr>
          <a:xfrm>
            <a:off x="11277600" y="47625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74" name="Shape 172"/>
          <p:cNvSpPr/>
          <p:nvPr/>
        </p:nvSpPr>
        <p:spPr>
          <a:xfrm>
            <a:off x="11525250" y="47625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75" name="Shape 173"/>
          <p:cNvSpPr/>
          <p:nvPr/>
        </p:nvSpPr>
        <p:spPr>
          <a:xfrm>
            <a:off x="10534650" y="50101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76" name="Shape 174"/>
          <p:cNvSpPr/>
          <p:nvPr/>
        </p:nvSpPr>
        <p:spPr>
          <a:xfrm>
            <a:off x="9544050" y="52578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77" name="Shape 175"/>
          <p:cNvSpPr/>
          <p:nvPr/>
        </p:nvSpPr>
        <p:spPr>
          <a:xfrm>
            <a:off x="12268200" y="52578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78" name="Shape 176"/>
          <p:cNvSpPr/>
          <p:nvPr/>
        </p:nvSpPr>
        <p:spPr>
          <a:xfrm>
            <a:off x="954405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79" name="Shape 177"/>
          <p:cNvSpPr/>
          <p:nvPr/>
        </p:nvSpPr>
        <p:spPr>
          <a:xfrm>
            <a:off x="979170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80" name="Shape 178"/>
          <p:cNvSpPr/>
          <p:nvPr/>
        </p:nvSpPr>
        <p:spPr>
          <a:xfrm>
            <a:off x="1003935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81" name="Shape 179"/>
          <p:cNvSpPr/>
          <p:nvPr/>
        </p:nvSpPr>
        <p:spPr>
          <a:xfrm>
            <a:off x="1127760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82" name="Shape 180"/>
          <p:cNvSpPr/>
          <p:nvPr/>
        </p:nvSpPr>
        <p:spPr>
          <a:xfrm>
            <a:off x="1152525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83" name="Shape 181"/>
          <p:cNvSpPr/>
          <p:nvPr/>
        </p:nvSpPr>
        <p:spPr>
          <a:xfrm>
            <a:off x="1177290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84" name="Shape 182"/>
          <p:cNvSpPr/>
          <p:nvPr/>
        </p:nvSpPr>
        <p:spPr>
          <a:xfrm>
            <a:off x="1202055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85" name="Shape 183"/>
          <p:cNvSpPr/>
          <p:nvPr/>
        </p:nvSpPr>
        <p:spPr>
          <a:xfrm>
            <a:off x="1226820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86" name="Shape 184"/>
          <p:cNvSpPr/>
          <p:nvPr/>
        </p:nvSpPr>
        <p:spPr>
          <a:xfrm>
            <a:off x="1003935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87" name="Shape 185"/>
          <p:cNvSpPr/>
          <p:nvPr/>
        </p:nvSpPr>
        <p:spPr>
          <a:xfrm>
            <a:off x="1028700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88" name="Shape 186"/>
          <p:cNvSpPr/>
          <p:nvPr/>
        </p:nvSpPr>
        <p:spPr>
          <a:xfrm>
            <a:off x="1053465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89" name="Shape 187"/>
          <p:cNvSpPr/>
          <p:nvPr/>
        </p:nvSpPr>
        <p:spPr>
          <a:xfrm>
            <a:off x="1078230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90" name="Shape 188"/>
          <p:cNvSpPr/>
          <p:nvPr/>
        </p:nvSpPr>
        <p:spPr>
          <a:xfrm>
            <a:off x="1102995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91" name="Shape 189"/>
          <p:cNvSpPr/>
          <p:nvPr/>
        </p:nvSpPr>
        <p:spPr>
          <a:xfrm>
            <a:off x="1127760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92" name="Shape 190"/>
          <p:cNvSpPr/>
          <p:nvPr/>
        </p:nvSpPr>
        <p:spPr>
          <a:xfrm>
            <a:off x="1152525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93" name="Shape 191"/>
          <p:cNvSpPr/>
          <p:nvPr/>
        </p:nvSpPr>
        <p:spPr>
          <a:xfrm>
            <a:off x="1177290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94" name="Shape 192"/>
          <p:cNvSpPr/>
          <p:nvPr/>
        </p:nvSpPr>
        <p:spPr>
          <a:xfrm>
            <a:off x="1226820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95" name="Shape 193"/>
          <p:cNvSpPr/>
          <p:nvPr/>
        </p:nvSpPr>
        <p:spPr>
          <a:xfrm>
            <a:off x="979170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96" name="Shape 194"/>
          <p:cNvSpPr/>
          <p:nvPr/>
        </p:nvSpPr>
        <p:spPr>
          <a:xfrm>
            <a:off x="1003935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97" name="Shape 195"/>
          <p:cNvSpPr/>
          <p:nvPr/>
        </p:nvSpPr>
        <p:spPr>
          <a:xfrm>
            <a:off x="1028700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98" name="Shape 196"/>
          <p:cNvSpPr/>
          <p:nvPr/>
        </p:nvSpPr>
        <p:spPr>
          <a:xfrm>
            <a:off x="1053465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199" name="Shape 197"/>
          <p:cNvSpPr/>
          <p:nvPr/>
        </p:nvSpPr>
        <p:spPr>
          <a:xfrm>
            <a:off x="1078230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200" name="Shape 198"/>
          <p:cNvSpPr/>
          <p:nvPr/>
        </p:nvSpPr>
        <p:spPr>
          <a:xfrm>
            <a:off x="1102995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201" name="Shape 199"/>
          <p:cNvSpPr/>
          <p:nvPr/>
        </p:nvSpPr>
        <p:spPr>
          <a:xfrm>
            <a:off x="1127760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202" name="Shape 200"/>
          <p:cNvSpPr/>
          <p:nvPr/>
        </p:nvSpPr>
        <p:spPr>
          <a:xfrm>
            <a:off x="1152525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203" name="Shape 201"/>
          <p:cNvSpPr/>
          <p:nvPr/>
        </p:nvSpPr>
        <p:spPr>
          <a:xfrm>
            <a:off x="1202055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204" name="Shape 202"/>
          <p:cNvSpPr/>
          <p:nvPr/>
        </p:nvSpPr>
        <p:spPr>
          <a:xfrm>
            <a:off x="1226820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205" name="Shape 203"/>
          <p:cNvSpPr/>
          <p:nvPr/>
        </p:nvSpPr>
        <p:spPr>
          <a:xfrm>
            <a:off x="95440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206" name="Shape 204"/>
          <p:cNvSpPr/>
          <p:nvPr/>
        </p:nvSpPr>
        <p:spPr>
          <a:xfrm>
            <a:off x="100393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207" name="Shape 205"/>
          <p:cNvSpPr/>
          <p:nvPr/>
        </p:nvSpPr>
        <p:spPr>
          <a:xfrm>
            <a:off x="1028700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208" name="Shape 206"/>
          <p:cNvSpPr/>
          <p:nvPr/>
        </p:nvSpPr>
        <p:spPr>
          <a:xfrm>
            <a:off x="105346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209" name="Shape 207"/>
          <p:cNvSpPr/>
          <p:nvPr/>
        </p:nvSpPr>
        <p:spPr>
          <a:xfrm>
            <a:off x="1078230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210" name="Shape 208"/>
          <p:cNvSpPr/>
          <p:nvPr/>
        </p:nvSpPr>
        <p:spPr>
          <a:xfrm>
            <a:off x="110299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211" name="Shape 209"/>
          <p:cNvSpPr/>
          <p:nvPr/>
        </p:nvSpPr>
        <p:spPr>
          <a:xfrm>
            <a:off x="1127760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212" name="Shape 210"/>
          <p:cNvSpPr/>
          <p:nvPr/>
        </p:nvSpPr>
        <p:spPr>
          <a:xfrm>
            <a:off x="115252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213" name="Shape 211"/>
          <p:cNvSpPr/>
          <p:nvPr/>
        </p:nvSpPr>
        <p:spPr>
          <a:xfrm>
            <a:off x="1177290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214" name="Shape 212"/>
          <p:cNvSpPr/>
          <p:nvPr/>
        </p:nvSpPr>
        <p:spPr>
          <a:xfrm>
            <a:off x="120205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215" name="Shape 213"/>
          <p:cNvSpPr/>
          <p:nvPr/>
        </p:nvSpPr>
        <p:spPr>
          <a:xfrm>
            <a:off x="1226820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7A5A2A"/>
          </a:solidFill>
          <a:ln/>
        </p:spPr>
      </p:sp>
      <p:sp>
        <p:nvSpPr>
          <p:cNvPr id="216" name="Shape 214"/>
          <p:cNvSpPr/>
          <p:nvPr/>
        </p:nvSpPr>
        <p:spPr>
          <a:xfrm>
            <a:off x="10858500" y="7219950"/>
            <a:ext cx="228600" cy="228600"/>
          </a:xfrm>
          <a:prstGeom prst="ellipse">
            <a:avLst/>
          </a:prstGeom>
          <a:solidFill>
            <a:srgbClr val="F3EEE3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9258300" y="7620000"/>
            <a:ext cx="34290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ctr" indent="0" marL="0">
              <a:lnSpc>
                <a:spcPts val="3315"/>
              </a:lnSpc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550" dirty="0"/>
          </a:p>
        </p:txBody>
      </p:sp>
      <p:sp>
        <p:nvSpPr>
          <p:cNvPr id="218" name="Text 216"/>
          <p:cNvSpPr/>
          <p:nvPr/>
        </p:nvSpPr>
        <p:spPr>
          <a:xfrm>
            <a:off x="9258300" y="81153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dirty="0" spc="-3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rõ</a:t>
            </a:r>
            <a:r>
              <a:rPr lang="en-US" sz="19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r>
              <a:rPr lang="en-US" sz="19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19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chút</a:t>
            </a:r>
            <a:endParaRPr lang="en-US" sz="1950" dirty="0"/>
          </a:p>
        </p:txBody>
      </p:sp>
      <p:sp>
        <p:nvSpPr>
          <p:cNvPr id="219" name="Shape 217"/>
          <p:cNvSpPr/>
          <p:nvPr/>
        </p:nvSpPr>
        <p:spPr>
          <a:xfrm>
            <a:off x="13430250" y="3238500"/>
            <a:ext cx="3429000" cy="34290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5201900" y="40195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21" name="Shape 219"/>
          <p:cNvSpPr/>
          <p:nvPr/>
        </p:nvSpPr>
        <p:spPr>
          <a:xfrm>
            <a:off x="15449550" y="40195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22" name="Shape 220"/>
          <p:cNvSpPr/>
          <p:nvPr/>
        </p:nvSpPr>
        <p:spPr>
          <a:xfrm>
            <a:off x="15697200" y="40195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23" name="Shape 221"/>
          <p:cNvSpPr/>
          <p:nvPr/>
        </p:nvSpPr>
        <p:spPr>
          <a:xfrm>
            <a:off x="15944850" y="40195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24" name="Shape 222"/>
          <p:cNvSpPr/>
          <p:nvPr/>
        </p:nvSpPr>
        <p:spPr>
          <a:xfrm>
            <a:off x="1520190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25" name="Shape 223"/>
          <p:cNvSpPr/>
          <p:nvPr/>
        </p:nvSpPr>
        <p:spPr>
          <a:xfrm>
            <a:off x="1544955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26" name="Shape 224"/>
          <p:cNvSpPr/>
          <p:nvPr/>
        </p:nvSpPr>
        <p:spPr>
          <a:xfrm>
            <a:off x="1569720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27" name="Shape 225"/>
          <p:cNvSpPr/>
          <p:nvPr/>
        </p:nvSpPr>
        <p:spPr>
          <a:xfrm>
            <a:off x="15944850" y="42672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28" name="Shape 226"/>
          <p:cNvSpPr/>
          <p:nvPr/>
        </p:nvSpPr>
        <p:spPr>
          <a:xfrm>
            <a:off x="15201900" y="45148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29" name="Shape 227"/>
          <p:cNvSpPr/>
          <p:nvPr/>
        </p:nvSpPr>
        <p:spPr>
          <a:xfrm>
            <a:off x="15449550" y="45148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30" name="Shape 228"/>
          <p:cNvSpPr/>
          <p:nvPr/>
        </p:nvSpPr>
        <p:spPr>
          <a:xfrm>
            <a:off x="15697200" y="45148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31" name="Shape 229"/>
          <p:cNvSpPr/>
          <p:nvPr/>
        </p:nvSpPr>
        <p:spPr>
          <a:xfrm>
            <a:off x="15944850" y="45148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32" name="Shape 230"/>
          <p:cNvSpPr/>
          <p:nvPr/>
        </p:nvSpPr>
        <p:spPr>
          <a:xfrm>
            <a:off x="15449550" y="47625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33" name="Shape 231"/>
          <p:cNvSpPr/>
          <p:nvPr/>
        </p:nvSpPr>
        <p:spPr>
          <a:xfrm>
            <a:off x="15697200" y="47625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34" name="Shape 232"/>
          <p:cNvSpPr/>
          <p:nvPr/>
        </p:nvSpPr>
        <p:spPr>
          <a:xfrm>
            <a:off x="13716000" y="52578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35" name="Shape 233"/>
          <p:cNvSpPr/>
          <p:nvPr/>
        </p:nvSpPr>
        <p:spPr>
          <a:xfrm>
            <a:off x="16440150" y="52578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36" name="Shape 234"/>
          <p:cNvSpPr/>
          <p:nvPr/>
        </p:nvSpPr>
        <p:spPr>
          <a:xfrm>
            <a:off x="1371600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37" name="Shape 235"/>
          <p:cNvSpPr/>
          <p:nvPr/>
        </p:nvSpPr>
        <p:spPr>
          <a:xfrm>
            <a:off x="1396365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38" name="Shape 236"/>
          <p:cNvSpPr/>
          <p:nvPr/>
        </p:nvSpPr>
        <p:spPr>
          <a:xfrm>
            <a:off x="1421130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39" name="Shape 237"/>
          <p:cNvSpPr/>
          <p:nvPr/>
        </p:nvSpPr>
        <p:spPr>
          <a:xfrm>
            <a:off x="1445895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40" name="Shape 238"/>
          <p:cNvSpPr/>
          <p:nvPr/>
        </p:nvSpPr>
        <p:spPr>
          <a:xfrm>
            <a:off x="1544955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41" name="Shape 239"/>
          <p:cNvSpPr/>
          <p:nvPr/>
        </p:nvSpPr>
        <p:spPr>
          <a:xfrm>
            <a:off x="1569720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42" name="Shape 240"/>
          <p:cNvSpPr/>
          <p:nvPr/>
        </p:nvSpPr>
        <p:spPr>
          <a:xfrm>
            <a:off x="1594485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43" name="Shape 241"/>
          <p:cNvSpPr/>
          <p:nvPr/>
        </p:nvSpPr>
        <p:spPr>
          <a:xfrm>
            <a:off x="1619250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44" name="Shape 242"/>
          <p:cNvSpPr/>
          <p:nvPr/>
        </p:nvSpPr>
        <p:spPr>
          <a:xfrm>
            <a:off x="16440150" y="55054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45" name="Shape 243"/>
          <p:cNvSpPr/>
          <p:nvPr/>
        </p:nvSpPr>
        <p:spPr>
          <a:xfrm>
            <a:off x="1371600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46" name="Shape 244"/>
          <p:cNvSpPr/>
          <p:nvPr/>
        </p:nvSpPr>
        <p:spPr>
          <a:xfrm>
            <a:off x="1396365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47" name="Shape 245"/>
          <p:cNvSpPr/>
          <p:nvPr/>
        </p:nvSpPr>
        <p:spPr>
          <a:xfrm>
            <a:off x="1421130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48" name="Shape 246"/>
          <p:cNvSpPr/>
          <p:nvPr/>
        </p:nvSpPr>
        <p:spPr>
          <a:xfrm>
            <a:off x="1445895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49" name="Shape 247"/>
          <p:cNvSpPr/>
          <p:nvPr/>
        </p:nvSpPr>
        <p:spPr>
          <a:xfrm>
            <a:off x="1470660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50" name="Shape 248"/>
          <p:cNvSpPr/>
          <p:nvPr/>
        </p:nvSpPr>
        <p:spPr>
          <a:xfrm>
            <a:off x="1495425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51" name="Shape 249"/>
          <p:cNvSpPr/>
          <p:nvPr/>
        </p:nvSpPr>
        <p:spPr>
          <a:xfrm>
            <a:off x="1520190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52" name="Shape 250"/>
          <p:cNvSpPr/>
          <p:nvPr/>
        </p:nvSpPr>
        <p:spPr>
          <a:xfrm>
            <a:off x="1544955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53" name="Shape 251"/>
          <p:cNvSpPr/>
          <p:nvPr/>
        </p:nvSpPr>
        <p:spPr>
          <a:xfrm>
            <a:off x="1569720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54" name="Shape 252"/>
          <p:cNvSpPr/>
          <p:nvPr/>
        </p:nvSpPr>
        <p:spPr>
          <a:xfrm>
            <a:off x="1594485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55" name="Shape 253"/>
          <p:cNvSpPr/>
          <p:nvPr/>
        </p:nvSpPr>
        <p:spPr>
          <a:xfrm>
            <a:off x="1619250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56" name="Shape 254"/>
          <p:cNvSpPr/>
          <p:nvPr/>
        </p:nvSpPr>
        <p:spPr>
          <a:xfrm>
            <a:off x="16440150" y="57531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57" name="Shape 255"/>
          <p:cNvSpPr/>
          <p:nvPr/>
        </p:nvSpPr>
        <p:spPr>
          <a:xfrm>
            <a:off x="1371600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58" name="Shape 256"/>
          <p:cNvSpPr/>
          <p:nvPr/>
        </p:nvSpPr>
        <p:spPr>
          <a:xfrm>
            <a:off x="1396365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59" name="Shape 257"/>
          <p:cNvSpPr/>
          <p:nvPr/>
        </p:nvSpPr>
        <p:spPr>
          <a:xfrm>
            <a:off x="1421130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60" name="Shape 258"/>
          <p:cNvSpPr/>
          <p:nvPr/>
        </p:nvSpPr>
        <p:spPr>
          <a:xfrm>
            <a:off x="1445895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61" name="Shape 259"/>
          <p:cNvSpPr/>
          <p:nvPr/>
        </p:nvSpPr>
        <p:spPr>
          <a:xfrm>
            <a:off x="1470660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62" name="Shape 260"/>
          <p:cNvSpPr/>
          <p:nvPr/>
        </p:nvSpPr>
        <p:spPr>
          <a:xfrm>
            <a:off x="1495425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63" name="Shape 261"/>
          <p:cNvSpPr/>
          <p:nvPr/>
        </p:nvSpPr>
        <p:spPr>
          <a:xfrm>
            <a:off x="1520190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64" name="Shape 262"/>
          <p:cNvSpPr/>
          <p:nvPr/>
        </p:nvSpPr>
        <p:spPr>
          <a:xfrm>
            <a:off x="1544955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65" name="Shape 263"/>
          <p:cNvSpPr/>
          <p:nvPr/>
        </p:nvSpPr>
        <p:spPr>
          <a:xfrm>
            <a:off x="1569720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66" name="Shape 264"/>
          <p:cNvSpPr/>
          <p:nvPr/>
        </p:nvSpPr>
        <p:spPr>
          <a:xfrm>
            <a:off x="1594485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67" name="Shape 265"/>
          <p:cNvSpPr/>
          <p:nvPr/>
        </p:nvSpPr>
        <p:spPr>
          <a:xfrm>
            <a:off x="1619250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68" name="Shape 266"/>
          <p:cNvSpPr/>
          <p:nvPr/>
        </p:nvSpPr>
        <p:spPr>
          <a:xfrm>
            <a:off x="16440150" y="600075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69" name="Shape 267"/>
          <p:cNvSpPr/>
          <p:nvPr/>
        </p:nvSpPr>
        <p:spPr>
          <a:xfrm>
            <a:off x="1371600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70" name="Shape 268"/>
          <p:cNvSpPr/>
          <p:nvPr/>
        </p:nvSpPr>
        <p:spPr>
          <a:xfrm>
            <a:off x="139636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71" name="Shape 269"/>
          <p:cNvSpPr/>
          <p:nvPr/>
        </p:nvSpPr>
        <p:spPr>
          <a:xfrm>
            <a:off x="1421130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72" name="Shape 270"/>
          <p:cNvSpPr/>
          <p:nvPr/>
        </p:nvSpPr>
        <p:spPr>
          <a:xfrm>
            <a:off x="144589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73" name="Shape 271"/>
          <p:cNvSpPr/>
          <p:nvPr/>
        </p:nvSpPr>
        <p:spPr>
          <a:xfrm>
            <a:off x="1470660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74" name="Shape 272"/>
          <p:cNvSpPr/>
          <p:nvPr/>
        </p:nvSpPr>
        <p:spPr>
          <a:xfrm>
            <a:off x="149542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75" name="Shape 273"/>
          <p:cNvSpPr/>
          <p:nvPr/>
        </p:nvSpPr>
        <p:spPr>
          <a:xfrm>
            <a:off x="1520190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76" name="Shape 274"/>
          <p:cNvSpPr/>
          <p:nvPr/>
        </p:nvSpPr>
        <p:spPr>
          <a:xfrm>
            <a:off x="154495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77" name="Shape 275"/>
          <p:cNvSpPr/>
          <p:nvPr/>
        </p:nvSpPr>
        <p:spPr>
          <a:xfrm>
            <a:off x="1569720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78" name="Shape 276"/>
          <p:cNvSpPr/>
          <p:nvPr/>
        </p:nvSpPr>
        <p:spPr>
          <a:xfrm>
            <a:off x="159448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79" name="Shape 277"/>
          <p:cNvSpPr/>
          <p:nvPr/>
        </p:nvSpPr>
        <p:spPr>
          <a:xfrm>
            <a:off x="1619250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80" name="Shape 278"/>
          <p:cNvSpPr/>
          <p:nvPr/>
        </p:nvSpPr>
        <p:spPr>
          <a:xfrm>
            <a:off x="16440150" y="6248400"/>
            <a:ext cx="180975" cy="180975"/>
          </a:xfrm>
          <a:prstGeom prst="roundRect">
            <a:avLst>
              <a:gd name="adj" fmla="val 15789"/>
            </a:avLst>
          </a:prstGeom>
          <a:solidFill>
            <a:srgbClr val="B45309"/>
          </a:solidFill>
          <a:ln/>
        </p:spPr>
      </p:sp>
      <p:sp>
        <p:nvSpPr>
          <p:cNvPr id="281" name="Shape 279"/>
          <p:cNvSpPr/>
          <p:nvPr/>
        </p:nvSpPr>
        <p:spPr>
          <a:xfrm>
            <a:off x="15030450" y="7219950"/>
            <a:ext cx="228600" cy="228600"/>
          </a:xfrm>
          <a:prstGeom prst="ellipse">
            <a:avLst/>
          </a:prstGeom>
          <a:solidFill>
            <a:srgbClr val="B45309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13430250" y="7620000"/>
            <a:ext cx="34290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ctr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endParaRPr lang="en-US" sz="2550" dirty="0"/>
          </a:p>
        </p:txBody>
      </p:sp>
      <p:sp>
        <p:nvSpPr>
          <p:cNvPr id="283" name="Text 281"/>
          <p:cNvSpPr/>
          <p:nvPr/>
        </p:nvSpPr>
        <p:spPr>
          <a:xfrm>
            <a:off x="13430250" y="81153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cuối</a:t>
            </a:r>
            <a:r>
              <a:rPr lang="en-US" sz="19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cùng</a:t>
            </a:r>
            <a:endParaRPr lang="en-US" sz="1950" dirty="0"/>
          </a:p>
        </p:txBody>
      </p:sp>
      <p:sp>
        <p:nvSpPr>
          <p:cNvPr id="284" name="Shape 282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5" name="Shape 283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6" name="Shape 284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7" name="Shape 285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8" name="Shape 286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9" name="Shape 287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0" name="Shape 288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1" name="Shape 289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2" name="Shape 290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3" name="Shape 291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4" name="Shape 292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5" name="Text 293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03/11</a:t>
            </a:r>
            <a:endParaRPr lang="en-US" sz="1650" dirty="0"/>
          </a:p>
        </p:txBody>
      </p:sp>
      <p:sp>
        <p:nvSpPr>
          <p:cNvPr id="296" name="Shape 29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7" name="Moda image moda-export-watermark-2798889e-1a18-4f43-a056-f00f748b74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72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7200" dirty="0" spc="-1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-4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gpt-image</a:t>
            </a:r>
            <a:r>
              <a:rPr lang="en-US" sz="72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295400" y="238125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80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010400" y="238125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1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857500"/>
            <a:ext cx="16459200" cy="1009650"/>
          </a:xfrm>
          <a:prstGeom prst="roundRect">
            <a:avLst>
              <a:gd name="adj" fmla="val 18868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2857500"/>
            <a:ext cx="5524500" cy="10096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5" kern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gpt-image-2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010400" y="2857500"/>
            <a:ext cx="10001250" cy="10096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Mới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mạnh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nhất,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mặc</a:t>
            </a:r>
            <a:r>
              <a:rPr lang="en-US" sz="2550" dirty="0" spc="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019550"/>
            <a:ext cx="16459200" cy="1009650"/>
          </a:xfrm>
          <a:prstGeom prst="roundRect">
            <a:avLst>
              <a:gd name="adj" fmla="val 1886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4019550"/>
            <a:ext cx="5524500" cy="10096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5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gpt-image-1.5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010400" y="4019550"/>
            <a:ext cx="10001250" cy="10096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Chất</a:t>
            </a: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lượng</a:t>
            </a:r>
            <a:r>
              <a:rPr lang="en-US" sz="25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tốt,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phí thấp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5181600"/>
            <a:ext cx="16459200" cy="1009650"/>
          </a:xfrm>
          <a:prstGeom prst="roundRect">
            <a:avLst>
              <a:gd name="adj" fmla="val 1886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5400" y="5181600"/>
            <a:ext cx="5524500" cy="10096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5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gpt-image-1-mini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7010400" y="5181600"/>
            <a:ext cx="10001250" cy="10096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Nhanh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nhất,</a:t>
            </a:r>
            <a:r>
              <a:rPr lang="en-US" sz="2550" dirty="0" spc="-2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rẻ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nhất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6343650"/>
            <a:ext cx="16459200" cy="1009650"/>
          </a:xfrm>
          <a:prstGeom prst="roundRect">
            <a:avLst>
              <a:gd name="adj" fmla="val 1886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5400" y="6343650"/>
            <a:ext cx="5524500" cy="10096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5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gpt-image-1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7010400" y="6343650"/>
            <a:ext cx="10001250" cy="10096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Chỉ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55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(preview)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7505700"/>
            <a:ext cx="16459200" cy="1009650"/>
          </a:xfrm>
          <a:prstGeom prst="roundRect">
            <a:avLst>
              <a:gd name="adj" fmla="val 18868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5400" y="7505700"/>
            <a:ext cx="5524500" cy="10096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DALL·E</a:t>
            </a:r>
            <a:r>
              <a:rPr lang="en-US" sz="255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</a:t>
            </a:r>
            <a:r>
              <a:rPr lang="en-US" sz="2550" b="1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DALL·E</a:t>
            </a:r>
            <a:r>
              <a:rPr lang="en-US" sz="2550" b="1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7010400" y="7505700"/>
            <a:ext cx="10001250" cy="10096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Mô</a:t>
            </a: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cũ; app</a:t>
            </a:r>
            <a:r>
              <a:rPr lang="en-US" sz="2550" dirty="0" spc="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2550" dirty="0" spc="-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nên</a:t>
            </a: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gpt-image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" name="Shape 26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Shape 27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0" name="Shape 28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1" name="Text 29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fcf12f49-220d-4cf4-bf16-ffac3e8cd3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1950" b="1" spc="1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1950" b="1" spc="13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950" b="1" spc="14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Ảnh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base64,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URL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78105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4000500"/>
            <a:ext cx="5715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149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90650" y="457200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2096" rIns="0" bIns="-2096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 spc="-4" kern="0">
                <a:solidFill>
                  <a:srgbClr val="9A989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Link</a:t>
            </a:r>
            <a:r>
              <a:rPr lang="en-US" sz="3300" b="1" dirty="0" spc="1" kern="0">
                <a:solidFill>
                  <a:srgbClr val="9A989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URL</a:t>
            </a:r>
            <a:r>
              <a:rPr lang="en-US" sz="3300" b="1" dirty="0" spc="0" kern="0">
                <a:solidFill>
                  <a:srgbClr val="9A989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nào</a:t>
            </a:r>
            <a:r>
              <a:rPr lang="en-US" sz="3300" b="1" dirty="0" spc="9" kern="0">
                <a:solidFill>
                  <a:srgbClr val="9A989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để</a:t>
            </a:r>
            <a:r>
              <a:rPr lang="en-US" sz="3300" b="1" dirty="0" spc="-6" kern="0">
                <a:solidFill>
                  <a:srgbClr val="9A989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tải</a:t>
            </a:r>
            <a:r>
              <a:rPr lang="en-US" sz="3300" b="1" dirty="0" spc="1" kern="0">
                <a:solidFill>
                  <a:srgbClr val="9A989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ảnh</a:t>
            </a:r>
            <a:r>
              <a:rPr lang="en-US" sz="3300" b="1" dirty="0" spc="-36" kern="0">
                <a:solidFill>
                  <a:srgbClr val="9A989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về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82100" y="3619500"/>
            <a:ext cx="8191500" cy="4476750"/>
          </a:xfrm>
          <a:prstGeom prst="roundRect">
            <a:avLst>
              <a:gd name="adj" fmla="val 595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58350" y="4000500"/>
            <a:ext cx="5715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MÀ</a:t>
            </a:r>
            <a:r>
              <a:rPr lang="en-US" sz="1950" b="1" spc="15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658350" y="4667250"/>
            <a:ext cx="76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0477500" y="4705350"/>
            <a:ext cx="6477000" cy="666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Chuỗi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base64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(b64_json)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658350" y="5715000"/>
            <a:ext cx="76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0477500" y="5753100"/>
            <a:ext cx="6477000" cy="666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Giải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30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byte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658350" y="6762750"/>
            <a:ext cx="76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0477500" y="6800850"/>
            <a:ext cx="6477000" cy="666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1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Tự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30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file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PNG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7" name="Shape 15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8" name="Shape 16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9" name="Shape 17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1" name="Shape 19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2" name="Shape 20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4" name="Shape 22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5" name="Shape 23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6" name="Text 24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05/11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6abc985-0d46-4271-bbe2-a091fc4aef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5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chuẩn</a:t>
            </a:r>
            <a:r>
              <a:rPr lang="en-US" sz="72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7200" dirty="0" spc="1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72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72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app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3143250"/>
            <a:ext cx="3657600" cy="3810000"/>
          </a:xfrm>
          <a:prstGeom prst="roundRect">
            <a:avLst>
              <a:gd name="adj" fmla="val 625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57300" y="3390900"/>
            <a:ext cx="114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257300" y="4572000"/>
            <a:ext cx="2971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8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Foundry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57300" y="5715000"/>
            <a:ext cx="2971800" cy="952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triển</a:t>
            </a:r>
            <a:r>
              <a:rPr lang="en-US" sz="21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khai</a:t>
            </a:r>
            <a:r>
              <a:rPr lang="en-US" sz="21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gpt-image-2</a:t>
            </a:r>
            <a:endParaRPr lang="en-US" sz="2100" dirty="0"/>
          </a:p>
        </p:txBody>
      </p:sp>
      <p:sp>
        <p:nvSpPr>
          <p:cNvPr id="7" name="Connector line-1792488810878-675475370"/>
          <p:cNvSpPr/>
          <p:nvPr/>
        </p:nvSpPr>
        <p:spPr>
          <a:xfrm>
            <a:off x="4648200" y="5048250"/>
            <a:ext cx="41910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med" len="lg"/>
          </a:ln>
        </p:spPr>
      </p:sp>
      <p:sp>
        <p:nvSpPr>
          <p:cNvPr id="8" name="Shape 6"/>
          <p:cNvSpPr/>
          <p:nvPr/>
        </p:nvSpPr>
        <p:spPr>
          <a:xfrm>
            <a:off x="5143500" y="3143250"/>
            <a:ext cx="3657600" cy="3810000"/>
          </a:xfrm>
          <a:prstGeom prst="roundRect">
            <a:avLst>
              <a:gd name="adj" fmla="val 625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3390900"/>
            <a:ext cx="114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486400" y="4572000"/>
            <a:ext cx="2971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.env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5486400" y="5715000"/>
            <a:ext cx="2971800" cy="952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endpoint,</a:t>
            </a:r>
            <a:r>
              <a:rPr lang="en-US" sz="21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khóa,</a:t>
            </a:r>
            <a:r>
              <a:rPr lang="en-US" sz="2100" dirty="0" spc="-1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tên</a:t>
            </a:r>
            <a:r>
              <a:rPr lang="en-US" sz="21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1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triển</a:t>
            </a:r>
            <a:r>
              <a:rPr lang="en-US" sz="21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khai</a:t>
            </a:r>
            <a:endParaRPr lang="en-US" sz="2100" dirty="0"/>
          </a:p>
        </p:txBody>
      </p:sp>
      <p:sp>
        <p:nvSpPr>
          <p:cNvPr id="12" name="Connector line-1792488810886-672044660"/>
          <p:cNvSpPr/>
          <p:nvPr/>
        </p:nvSpPr>
        <p:spPr>
          <a:xfrm>
            <a:off x="8877300" y="5048250"/>
            <a:ext cx="41910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med" len="lg"/>
          </a:ln>
        </p:spPr>
      </p:sp>
      <p:sp>
        <p:nvSpPr>
          <p:cNvPr id="13" name="Shape 11"/>
          <p:cNvSpPr/>
          <p:nvPr/>
        </p:nvSpPr>
        <p:spPr>
          <a:xfrm>
            <a:off x="9372600" y="3143250"/>
            <a:ext cx="3657600" cy="3810000"/>
          </a:xfrm>
          <a:prstGeom prst="roundRect">
            <a:avLst>
              <a:gd name="adj" fmla="val 625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15500" y="3390900"/>
            <a:ext cx="114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9715500" y="4572000"/>
            <a:ext cx="2971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viện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9715500" y="5715000"/>
            <a:ext cx="2971800" cy="952500"/>
          </a:xfrm>
          <a:prstGeom prst="rect">
            <a:avLst/>
          </a:prstGeom>
          <a:noFill/>
          <a:ln/>
        </p:spPr>
        <p:txBody>
          <a:bodyPr wrap="square" lIns="0" tIns="9334" rIns="0" bIns="-9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3" kern="0">
                <a:solidFill>
                  <a:srgbClr val="6B6A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python-dotenv,</a:t>
            </a:r>
            <a:r>
              <a:rPr lang="en-US" sz="2100" dirty="0" spc="-2" kern="0">
                <a:solidFill>
                  <a:srgbClr val="6B6A6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openai, pillow</a:t>
            </a:r>
            <a:endParaRPr lang="en-US" sz="2100" dirty="0"/>
          </a:p>
        </p:txBody>
      </p:sp>
      <p:sp>
        <p:nvSpPr>
          <p:cNvPr id="17" name="Connector line-1792488810892-639718161"/>
          <p:cNvSpPr/>
          <p:nvPr/>
        </p:nvSpPr>
        <p:spPr>
          <a:xfrm>
            <a:off x="13106400" y="5048250"/>
            <a:ext cx="41910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med" len="lg"/>
          </a:ln>
        </p:spPr>
      </p:sp>
      <p:sp>
        <p:nvSpPr>
          <p:cNvPr id="18" name="Shape 16"/>
          <p:cNvSpPr/>
          <p:nvPr/>
        </p:nvSpPr>
        <p:spPr>
          <a:xfrm>
            <a:off x="13601700" y="3143250"/>
            <a:ext cx="3657600" cy="3810000"/>
          </a:xfrm>
          <a:prstGeom prst="roundRect">
            <a:avLst>
              <a:gd name="adj" fmla="val 625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944600" y="3390900"/>
            <a:ext cx="114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13944600" y="4572000"/>
            <a:ext cx="2971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app.py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13944600" y="5715000"/>
            <a:ext cx="2971800" cy="952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ảnh</a:t>
            </a:r>
            <a:r>
              <a:rPr lang="en-US" sz="21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PNG</a:t>
            </a:r>
            <a:r>
              <a:rPr lang="en-US" sz="2100" dirty="0" spc="-1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100" dirty="0" spc="-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images/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Shape 27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0" name="Shape 28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1" name="Shape 29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2" name="Shape 30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3" name="Text 31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06/11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7897a83e-40a8-4e43-83ad-98ea49d348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950" b="1" spc="11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1950" b="1" spc="14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4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app.py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Phần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cốt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lõi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4476750"/>
          </a:xfrm>
          <a:prstGeom prst="roundRect">
            <a:avLst>
              <a:gd name="adj" fmla="val 510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048000"/>
            <a:ext cx="47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6B6F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809750" y="30480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result = client.images.generate(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620750" y="3048000"/>
            <a:ext cx="3524250" cy="571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ctr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gọi mô</a:t>
            </a:r>
            <a:r>
              <a:rPr lang="en-US" sz="195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38250" y="3752850"/>
            <a:ext cx="47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6B6F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400300" y="3752850"/>
            <a:ext cx="11125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model=deployment, prompt="Bunny on a horse, holding a lollipop",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38250" y="4457700"/>
            <a:ext cx="47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6B6F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400300" y="4457700"/>
            <a:ext cx="11125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size="1024x1024", n=1)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620750" y="4457700"/>
            <a:ext cx="3524250" cy="571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ctr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kích</a:t>
            </a:r>
            <a:r>
              <a:rPr lang="en-US" sz="1950" dirty="0" spc="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thước,</a:t>
            </a:r>
            <a:r>
              <a:rPr lang="en-US" sz="195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195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ảnh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38250" y="5162550"/>
            <a:ext cx="47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6B6F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809750" y="516255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image_bytes = base64.b64decode(result.data[0].b64_json)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620750" y="5162550"/>
            <a:ext cx="3524250" cy="571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ctr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giải</a:t>
            </a:r>
            <a:r>
              <a:rPr lang="en-US" sz="1950" dirty="0" spc="-5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1950" dirty="0" spc="-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base64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38250" y="5867400"/>
            <a:ext cx="47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6B6F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809750" y="58674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with open("images/generated-image.png", "wb") as f: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620750" y="5867400"/>
            <a:ext cx="3524250" cy="5715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ctr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27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lưu</a:t>
            </a:r>
            <a:r>
              <a:rPr lang="en-US" sz="1950" dirty="0" spc="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file</a:t>
            </a:r>
            <a:r>
              <a:rPr lang="en-US" sz="195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PNG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38250" y="6572250"/>
            <a:ext cx="47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6B6F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400300" y="6572250"/>
            <a:ext cx="11125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f.write(image_bytes)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4400" y="77152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400" dirty="0" spc="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-1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-29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40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r>
              <a:rPr lang="en-US" sz="2400" dirty="0" spc="3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2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temperature:</a:t>
            </a:r>
            <a:r>
              <a:rPr lang="en-US" sz="2400" dirty="0" spc="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400" dirty="0" spc="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400" dirty="0" spc="-6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2400" dirty="0" spc="-6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400" dirty="0" spc="-14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400" dirty="0" spc="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0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4" name="Shape 22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5" name="Shape 23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6" name="Shape 24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7" name="Shape 25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8" name="Shape 26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0" name="Shape 28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1" name="Shape 29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2" name="Shape 30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3" name="Text 31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-1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07/11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a4071acb-9c4b-4dd3-9900-2d33f043b98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7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Sửa</a:t>
            </a:r>
            <a:r>
              <a:rPr lang="en-US" sz="72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r>
              <a:rPr lang="en-US" sz="72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72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mặt</a:t>
            </a:r>
            <a:r>
              <a:rPr lang="en-US" sz="72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nạ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2479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27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thứ,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70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(cũng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base64).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3340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150" y="3429000"/>
            <a:ext cx="952500" cy="9525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771650" y="3562350"/>
            <a:ext cx="266700" cy="266700"/>
          </a:xfrm>
          <a:prstGeom prst="ellipse">
            <a:avLst/>
          </a:prstGeom>
          <a:solidFill>
            <a:srgbClr val="6B6A66"/>
          </a:solidFill>
          <a:ln/>
        </p:spPr>
      </p:sp>
      <p:sp>
        <p:nvSpPr>
          <p:cNvPr id="7" name="Text 5"/>
          <p:cNvSpPr/>
          <p:nvPr/>
        </p:nvSpPr>
        <p:spPr>
          <a:xfrm>
            <a:off x="2438400" y="33909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2438400" y="3962400"/>
            <a:ext cx="3619500" cy="476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phòng</a:t>
            </a:r>
            <a:r>
              <a:rPr lang="en-US" sz="19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khách đầy</a:t>
            </a:r>
            <a:r>
              <a:rPr lang="en-US" sz="19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nắng</a:t>
            </a:r>
            <a:endParaRPr lang="en-US" sz="1950" dirty="0"/>
          </a:p>
        </p:txBody>
      </p:sp>
      <p:sp>
        <p:nvSpPr>
          <p:cNvPr id="9" name="Connector line-1792488892518-666985524"/>
          <p:cNvSpPr/>
          <p:nvPr/>
        </p:nvSpPr>
        <p:spPr>
          <a:xfrm>
            <a:off x="6324600" y="3905250"/>
            <a:ext cx="2171700" cy="114300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med" len="lg"/>
          </a:ln>
        </p:spPr>
      </p:sp>
      <p:sp>
        <p:nvSpPr>
          <p:cNvPr id="10" name="Shape 8"/>
          <p:cNvSpPr/>
          <p:nvPr/>
        </p:nvSpPr>
        <p:spPr>
          <a:xfrm>
            <a:off x="914400" y="5048250"/>
            <a:ext cx="53340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0150" y="5334000"/>
            <a:ext cx="952500" cy="9525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485900" y="5619750"/>
            <a:ext cx="476250" cy="476250"/>
          </a:xfrm>
          <a:prstGeom prst="roundRect">
            <a:avLst>
              <a:gd name="adj" fmla="val 16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2438400" y="52959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Mặt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438400" y="5829300"/>
            <a:ext cx="3619500" cy="6858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vùng</a:t>
            </a:r>
            <a:r>
              <a:rPr lang="en-US" sz="19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r>
              <a:rPr lang="en-US" sz="1950" dirty="0" spc="8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đổi,</a:t>
            </a:r>
            <a:r>
              <a:rPr lang="en-US" sz="19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1950" dirty="0" spc="-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bắt</a:t>
            </a:r>
            <a:r>
              <a:rPr lang="en-US" sz="19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buộc</a:t>
            </a:r>
            <a:endParaRPr lang="en-US" sz="1950" dirty="0"/>
          </a:p>
        </p:txBody>
      </p:sp>
      <p:sp>
        <p:nvSpPr>
          <p:cNvPr id="15" name="Connector line-1792488892524-373037565"/>
          <p:cNvSpPr/>
          <p:nvPr/>
        </p:nvSpPr>
        <p:spPr>
          <a:xfrm flipV="1">
            <a:off x="6324600" y="5048250"/>
            <a:ext cx="2171700" cy="76200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med" len="lg"/>
          </a:ln>
        </p:spPr>
      </p:sp>
      <p:sp>
        <p:nvSpPr>
          <p:cNvPr id="16" name="Shape 14"/>
          <p:cNvSpPr/>
          <p:nvPr/>
        </p:nvSpPr>
        <p:spPr>
          <a:xfrm>
            <a:off x="914400" y="6953250"/>
            <a:ext cx="53340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7239000"/>
            <a:ext cx="952500" cy="9525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18" name="Text 16"/>
          <p:cNvSpPr/>
          <p:nvPr/>
        </p:nvSpPr>
        <p:spPr>
          <a:xfrm>
            <a:off x="1200150" y="7239000"/>
            <a:ext cx="952500" cy="952500"/>
          </a:xfrm>
          <a:prstGeom prst="rect">
            <a:avLst/>
          </a:prstGeom>
          <a:noFill/>
          <a:ln/>
        </p:spPr>
        <p:txBody>
          <a:bodyPr wrap="square" lIns="0" tIns="1905" rIns="0" bIns="-1905" rtlCol="0" anchor="ctr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0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“...”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438400" y="72009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Prompt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2438400" y="7772400"/>
            <a:ext cx="3619500" cy="476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thêm</a:t>
            </a:r>
            <a:r>
              <a:rPr lang="en-US" sz="19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hồ</a:t>
            </a:r>
            <a:r>
              <a:rPr lang="en-US" sz="19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bơi</a:t>
            </a:r>
            <a:r>
              <a:rPr lang="en-US" sz="19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19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hồng</a:t>
            </a:r>
            <a:r>
              <a:rPr lang="en-US" sz="19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hạc</a:t>
            </a:r>
            <a:endParaRPr lang="en-US" sz="1950" dirty="0"/>
          </a:p>
        </p:txBody>
      </p:sp>
      <p:sp>
        <p:nvSpPr>
          <p:cNvPr id="21" name="Connector line-1792488892532-731184365"/>
          <p:cNvSpPr/>
          <p:nvPr/>
        </p:nvSpPr>
        <p:spPr>
          <a:xfrm flipV="1">
            <a:off x="6324600" y="5048250"/>
            <a:ext cx="2171700" cy="266700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med" len="lg"/>
          </a:ln>
        </p:spPr>
      </p:sp>
      <p:sp>
        <p:nvSpPr>
          <p:cNvPr id="22" name="Shape 20"/>
          <p:cNvSpPr/>
          <p:nvPr/>
        </p:nvSpPr>
        <p:spPr>
          <a:xfrm>
            <a:off x="8572500" y="4286250"/>
            <a:ext cx="3429000" cy="1524000"/>
          </a:xfrm>
          <a:prstGeom prst="roundRect">
            <a:avLst>
              <a:gd name="adj" fmla="val 15000"/>
            </a:avLst>
          </a:prstGeom>
          <a:solidFill>
            <a:srgbClr val="14161C"/>
          </a:solidFill>
          <a:ln/>
        </p:spPr>
      </p:sp>
      <p:sp>
        <p:nvSpPr>
          <p:cNvPr id="23" name="Text 21"/>
          <p:cNvSpPr/>
          <p:nvPr/>
        </p:nvSpPr>
        <p:spPr>
          <a:xfrm>
            <a:off x="8572500" y="4286250"/>
            <a:ext cx="3429000" cy="1524000"/>
          </a:xfrm>
          <a:prstGeom prst="rect">
            <a:avLst/>
          </a:prstGeom>
          <a:noFill/>
          <a:ln/>
        </p:spPr>
        <p:txBody>
          <a:bodyPr wrap="square" lIns="0" tIns="12001" rIns="0" bIns="-12001" rtlCol="0" anchor="ctr"/>
          <a:lstStyle/>
          <a:p>
            <a:pPr algn="ctr" indent="0" marL="0">
              <a:lnSpc>
                <a:spcPts val="3510"/>
              </a:lnSpc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images.edit</a:t>
            </a:r>
            <a:endParaRPr lang="en-US" sz="2700" dirty="0"/>
          </a:p>
        </p:txBody>
      </p:sp>
      <p:sp>
        <p:nvSpPr>
          <p:cNvPr id="24" name="Connector line-1792488892534-259058644"/>
          <p:cNvSpPr/>
          <p:nvPr/>
        </p:nvSpPr>
        <p:spPr>
          <a:xfrm>
            <a:off x="12077700" y="5048250"/>
            <a:ext cx="14478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3601700" y="3619500"/>
            <a:ext cx="3771900" cy="2857500"/>
          </a:xfrm>
          <a:prstGeom prst="roundRect">
            <a:avLst>
              <a:gd name="adj" fmla="val 8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982700" y="4000500"/>
            <a:ext cx="1333500" cy="1333500"/>
          </a:xfrm>
          <a:prstGeom prst="roundRect">
            <a:avLst>
              <a:gd name="adj" fmla="val 8571"/>
            </a:avLst>
          </a:prstGeom>
          <a:solidFill>
            <a:srgbClr val="E8E0CF"/>
          </a:solidFill>
          <a:ln/>
        </p:spPr>
      </p:sp>
      <p:sp>
        <p:nvSpPr>
          <p:cNvPr id="27" name="Shape 25"/>
          <p:cNvSpPr/>
          <p:nvPr/>
        </p:nvSpPr>
        <p:spPr>
          <a:xfrm>
            <a:off x="14268450" y="4381500"/>
            <a:ext cx="666750" cy="666750"/>
          </a:xfrm>
          <a:prstGeom prst="roundRect">
            <a:avLst>
              <a:gd name="adj" fmla="val 11429"/>
            </a:avLst>
          </a:prstGeom>
          <a:solidFill>
            <a:srgbClr val="E8472B"/>
          </a:solidFill>
          <a:ln/>
        </p:spPr>
      </p:sp>
      <p:sp>
        <p:nvSpPr>
          <p:cNvPr id="28" name="Text 26"/>
          <p:cNvSpPr/>
          <p:nvPr/>
        </p:nvSpPr>
        <p:spPr>
          <a:xfrm>
            <a:off x="13982700" y="5619750"/>
            <a:ext cx="3143250" cy="5334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700" dirty="0"/>
          </a:p>
        </p:txBody>
      </p:sp>
      <p:sp>
        <p:nvSpPr>
          <p:cNvPr id="29" name="Shape 27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0" name="Shape 28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1" name="Shape 29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2" name="Shape 30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3" name="Shape 31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4" name="Shape 32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5" name="Shape 33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6" name="Shape 34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Shape 35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8" name="Shape 36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9" name="Shape 37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40" name="Text 38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08/11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8cb38511-28a3-4f25-ba12-0db664f8d7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Metaprompt:</a:t>
            </a:r>
            <a:r>
              <a:rPr lang="en-US" sz="72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7200" dirty="0" spc="-3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rào</a:t>
            </a:r>
            <a:r>
              <a:rPr lang="en-US" sz="720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7200" dirty="0" spc="-3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12382500" cy="1238250"/>
          </a:xfrm>
          <a:prstGeom prst="roundRect">
            <a:avLst>
              <a:gd name="adj" fmla="val 1692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724150"/>
            <a:ext cx="8572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METAPROMPT</a:t>
            </a:r>
            <a:r>
              <a:rPr lang="en-US" sz="1650" b="1" spc="15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1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650" b="1" spc="15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95400" y="3048000"/>
            <a:ext cx="11620500" cy="666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5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Vai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trò:</a:t>
            </a:r>
            <a:r>
              <a:rPr lang="en-US" sz="27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trợ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thiết</a:t>
            </a:r>
            <a:r>
              <a:rPr lang="en-US" sz="2700" dirty="0" spc="-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kế,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ảnh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7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trẻ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000500"/>
            <a:ext cx="12382500" cy="1238250"/>
          </a:xfrm>
          <a:prstGeom prst="roundRect">
            <a:avLst>
              <a:gd name="adj" fmla="val 1692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4000500"/>
            <a:ext cx="1162050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An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toàn,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màu,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khổ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ngang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16:9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429250"/>
            <a:ext cx="12382500" cy="1238250"/>
          </a:xfrm>
          <a:prstGeom prst="roundRect">
            <a:avLst>
              <a:gd name="adj" fmla="val 1692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5429250"/>
            <a:ext cx="1162050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Cấm: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kiếm,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bạo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lực,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máu,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nội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dung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2382500" cy="1238250"/>
          </a:xfrm>
          <a:prstGeom prst="roundRect">
            <a:avLst>
              <a:gd name="adj" fmla="val 1692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7010400"/>
            <a:ext cx="8572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3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PROMPT</a:t>
            </a:r>
            <a:r>
              <a:rPr lang="en-US" sz="1650" b="1" spc="15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 DÙNG ·</a:t>
            </a:r>
            <a:r>
              <a:rPr lang="en-US" sz="16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 sau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95400" y="7334250"/>
            <a:ext cx="11620500" cy="666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7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Vẽ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chú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thỏ</a:t>
            </a: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cưỡi</a:t>
            </a:r>
            <a:r>
              <a:rPr lang="en-US" sz="27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ngựa,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cầm</a:t>
            </a:r>
            <a:r>
              <a:rPr lang="en-US" sz="270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kẹo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mút</a:t>
            </a:r>
            <a:endParaRPr lang="en-US" sz="2700" dirty="0"/>
          </a:p>
        </p:txBody>
      </p:sp>
      <p:sp>
        <p:nvSpPr>
          <p:cNvPr id="13" name="Connector line-1792488921100-213464403"/>
          <p:cNvSpPr/>
          <p:nvPr/>
        </p:nvSpPr>
        <p:spPr>
          <a:xfrm>
            <a:off x="13430250" y="5334000"/>
            <a:ext cx="8572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4382750" y="4191000"/>
            <a:ext cx="2990850" cy="22860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4573250" y="4191000"/>
            <a:ext cx="260985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ctr" indent="0" marL="0">
              <a:lnSpc>
                <a:spcPts val="3510"/>
              </a:lnSpc>
              <a:buNone/>
            </a:pP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838200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Thêm</a:t>
            </a:r>
            <a:r>
              <a:rPr lang="en-US" sz="22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bộ lọc</a:t>
            </a:r>
            <a:r>
              <a:rPr lang="en-US" sz="22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nội</a:t>
            </a:r>
            <a:r>
              <a:rPr lang="en-US" sz="22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dung</a:t>
            </a:r>
            <a:r>
              <a:rPr lang="en-US" sz="22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2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Foundry:</a:t>
            </a:r>
            <a:r>
              <a:rPr lang="en-US" sz="22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2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lớp</a:t>
            </a:r>
            <a:r>
              <a:rPr lang="en-US" sz="22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bảo</a:t>
            </a:r>
            <a:r>
              <a:rPr lang="en-US" sz="2250" dirty="0" spc="-1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vệ.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" name="Text 26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09/11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635000e2-0524-43fe-b330-68efed25664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Gọi</a:t>
            </a:r>
            <a:r>
              <a:rPr lang="en-US" sz="27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images.generate</a:t>
            </a:r>
            <a:r>
              <a:rPr lang="en-US" sz="27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gpt-image-2</a:t>
            </a:r>
            <a:r>
              <a:rPr lang="en-US" sz="2700" dirty="0" spc="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nhưng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7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thấy</a:t>
            </a:r>
            <a:r>
              <a:rPr lang="en-US" sz="27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link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ảnh.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gì?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857500"/>
            <a:ext cx="857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4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343150" y="285750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Tìm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URL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result.data[0]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2857500"/>
            <a:ext cx="857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0801350" y="285750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Giải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base64</a:t>
            </a:r>
            <a:r>
              <a:rPr lang="en-US" sz="27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700" dirty="0" spc="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file</a:t>
            </a:r>
            <a:r>
              <a:rPr lang="en-US" sz="27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PNG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04825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048250"/>
            <a:ext cx="857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2343150" y="504825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6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Tăng</a:t>
            </a:r>
            <a:r>
              <a:rPr lang="en-US" sz="27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temperature</a:t>
            </a:r>
            <a:r>
              <a:rPr lang="en-US" sz="27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link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72600" y="504825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53600" y="5048250"/>
            <a:ext cx="857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1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0801350" y="504825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Đổi sang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DALL·E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app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524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7524750"/>
            <a:ext cx="156210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B.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gpt-image</a:t>
            </a: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chuỗi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base64</a:t>
            </a: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(b64_json),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URL.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Text 27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10/11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0d5e9468-fa8b-4ad6-a652-fcd6b2189c2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6670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000500" y="2667000"/>
            <a:ext cx="12954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Large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Language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Model: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ngôn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ngữ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lớn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38100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8100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000500" y="3810000"/>
            <a:ext cx="12954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Application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Programming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Interface: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giao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diện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lập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49530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49530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URL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4000500" y="4953000"/>
            <a:ext cx="12954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Uniform</a:t>
            </a:r>
            <a:r>
              <a:rPr lang="en-US" sz="2550" dirty="0" spc="-2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Resource</a:t>
            </a:r>
            <a:r>
              <a:rPr lang="en-US" sz="25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Locator:</a:t>
            </a:r>
            <a:r>
              <a:rPr lang="en-US" sz="2550" dirty="0" spc="2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địa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web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0960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0960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PNG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4000500" y="6096000"/>
            <a:ext cx="12954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Portable Network</a:t>
            </a:r>
            <a:r>
              <a:rPr lang="en-US" sz="25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Graphics:</a:t>
            </a:r>
            <a:r>
              <a:rPr lang="en-US" sz="2550" dirty="0" spc="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dạng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file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ảnh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14400" y="75247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8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Dựa</a:t>
            </a:r>
            <a:r>
              <a:rPr lang="en-US" sz="2100" dirty="0" spc="-17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1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 09</a:t>
            </a:r>
            <a:r>
              <a:rPr lang="en-US" sz="2100" dirty="0" spc="-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100" dirty="0" spc="-1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microsoft/generative-ai-for-beginners</a:t>
            </a:r>
            <a:r>
              <a:rPr lang="en-US" sz="210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(MIT</a:t>
            </a:r>
            <a:r>
              <a:rPr lang="en-US" sz="2100" dirty="0" spc="-5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License,</a:t>
            </a:r>
            <a:r>
              <a:rPr lang="en-US" sz="210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©</a:t>
            </a:r>
            <a:r>
              <a:rPr lang="en-US" sz="2100" dirty="0" spc="-1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</a:t>
            </a:r>
            <a:r>
              <a:rPr lang="en-US" sz="2100" dirty="0" spc="-1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Corporation).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8096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8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github.com/microsoft/generative-ai-for-beginners</a:t>
            </a:r>
            <a:r>
              <a:rPr lang="en-US" sz="19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9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commit</a:t>
            </a:r>
            <a:r>
              <a:rPr lang="en-US" sz="19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c35bc19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9" name="Shape 17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0" name="Shape 18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1" name="Shape 19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2" name="Shape 20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4" name="Shape 22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5" name="Shape 23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6" name="Shape 24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7" name="Shape 25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Text 26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11/11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c66e51eb-e525-498e-8d79-52cda64abd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2026-10-20T09:39:53Z</dcterms:created>
  <dcterms:modified xsi:type="dcterms:W3CDTF">2026-10-20T09:39:53Z</dcterms:modified>
</cp:coreProperties>
</file>